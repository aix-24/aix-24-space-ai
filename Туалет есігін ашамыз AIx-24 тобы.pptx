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2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9"/>
  </p:normalViewPr>
  <p:slideViewPr>
    <p:cSldViewPr snapToGrid="0">
      <p:cViewPr>
        <p:scale>
          <a:sx n="111" d="100"/>
          <a:sy n="111" d="100"/>
        </p:scale>
        <p:origin x="1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8:51.491"/>
    </inkml:context>
    <inkml:brush xml:id="br0">
      <inkml:brushProperty name="width" value="0.035" units="cm"/>
      <inkml:brushProperty name="height" value="0.035" units="cm"/>
      <inkml:brushProperty name="color" value="#549A9A"/>
    </inkml:brush>
  </inkml:definitions>
  <inkml:trace contextRef="#ctx0" brushRef="#br0">362 27 24575,'-11'0'0,"-11"0"0,-13 0 0,-12-1 0,-1-1 0,-1-2 0,3-2 0,7 0 0,8 1 0,12 3 0,9 1 0,7 1 0,2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8:59.122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888 109 24575,'-29'0'0,"-19"0"0,-22 0 0,-8 0 0,5 0 0,2 0 0,32 0 0,4 0 0,30 0 0,9 0 0,12 0 0,19-2 0,13-4 0,13-5 0,3-4 0,-8-2 0,-8 3 0,-18 3 0,-13 4 0,-9 4 0,-8 2 0,-10 1 0,-16 0 0,-24 0 0,-17 0 0,-9 0 0,2 0 0,14 0 0,11 0 0,15 0 0,9 0 0,6 0 0,0 1 0,0 0 0,-1 0 0,-3-1 0,2 0 0,2 0 0,3 0 0,6 0 0,3 0 0,3 0 0,2 0 0,11 2 0,13-1 0,20 1 0,16-5 0,10-1 0,-2-3 0,-10 0 0,-18 2 0,-15 2 0,-15 2 0,-34 4 0,-4 3 0,-24 3 0,16 1 0,9-2 0,12-2 0,8-4 0,4 0 0,2-2 0,1 0 0,-1 0 0,-2 0 0,-11 0 0,-18 1 0,-17 1 0,-12 4 0,-2 0 0,11-1 0,16-1 0,20-3 0,12-1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06.670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43 24575,'7'5'0,"2"0"0,2 1 0,4 3 0,0 1 0,-2-2 0,-5-4 0,-1-3 0,0-1 0,2-4 0,3-2 0,3-4 0,-2 1 0,-1 2 0,-4 4 0,-2 2 0,-2 0 0,-1 1 0,0 0 0,0 0 0,4 0 0,5 0 0,6-2 0,3-1 0,1 0 0,-3 1 0,-4-1 0,-3 2 0,0-2 0,1 1 0,2-1 0,1 0 0,2 0 0,0 0 0,0 0 0,0-1 0,-1 0 0,-3 0 0,-3 2 0,-2 1 0,-4 1 0,0 0 0,5 0 0,7 0 0,8 0 0,6 0 0,1 0 0,-3 0 0,-5 0 0,-4 0 0,-1 0 0,-2 1 0,-1 0 0,-2 0 0,-5-1 0,-3 0 0,-3 0 0,-17 0 0,-8 4 0,-19 2 0,-4 3 0,-2 1 0,7-4 0,10-2 0,12-3 0,9-1 0,4 0 0,2 0 0,1 0 0,-1 0 0,-2 0 0,-4 1 0,-5 2 0,-2 0 0,2 0 0,8-2 0,36 0 0,2-3 0,27-2 0,-15-2 0,-11 0 0,-12 2 0,-10 3 0,-4 1 0,1 0 0,7 1 0,9 2 0,9 0 0,3 1 0,-5-2 0,-8-1 0,-9-1 0,-6 0 0,-4 1 0,-1-1 0,-2 1 0,4 1 0,6 1 0,9 2 0,8 0 0,3-1 0,-5-1 0,-7-2 0,-8-1 0,-5 0 0,0 0 0,4 0 0,5-4 0,4-1 0,-2-1 0,-5 1 0,-6 2 0,-4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10.287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67 24575,'25'0'0,"3"0"0,3 0 0,2 0 0,-5 0 0,-2 0 0,-3 0 0,3 0 0,10 2 0,17 4 0,20 6 0,18 6 0,-40-7 0,0 2 0,1 0 0,0 2 0,42 14 0,-11 1 0,-11-2 0,-9-6 0,-6-5 0,-5-4 0,-2-4 0,3-3 0,3-3 0,4-3 0,2-4 0,-5-2 0,-7-1 0,-14 3 0,-13 2 0,-10 1 0,-7-1 0,-8 1 0,-18-3 0,-39 0 0,-39 0 0,33 1 0,-4 1 0,-8-2 0,-2 1 0,4 0 0,0-1 0,5 0 0,3 0 0,10 0 0,5 0 0,-25-2 0,28 2 0,21 0 0,15 2 0,6 0 0,0-3 0,0-2 0,-3-4 0,0-3 0,0 1 0,1 2 0,3 3 0,3 3 0,5 1 0,8 0 0,11-3 0,13-3 0,12 0 0,7 1 0,1 3 0,-2 2 0,-5 1 0,-5 2 0,-4 1 0,-4 0 0,-2 0 0,-4 1 0,-1 1 0,-1 0 0,0-1 0,0-1 0,0 0 0,-3 0 0,-4-2 0,-4 1 0,-5-1 0,-5 1 0,-5 0 0,-7-1 0,-14 0 0,-20 0 0,-19 1 0,-10 1 0,-1 0 0,12 0 0,15 0 0,17 0 0,13 0 0,20 0 0,28-2 0,32-4 0,31-3 0,-40 2 0,2 1 0,2-1 0,-1 1 0,-2 0 0,0 0 0,-3 2 0,0 1 0,39-2 0,-15 2 0,-15 2 0,-19 0 0,-14 1 0,-13-1 0,-8 0 0,-4 1 0,-1-1 0,0 0 0,-1-1 0,1 0 0,0 1 0,-4 1 0,-10 4 0,-22 12 0,-20 11 0,-18 6 0,-2-2 0,8-11 0,10-9 0,13-6 0,13-4 0,10-2 0,10 1 0,6-1 0,10-1 0,27-5 0,22-6 0,14-1 0,4 2 0,-13 5 0,-5 3 0,-5 3 0,-6 0 0,-4 1 0,-4 0 0,-3 0 0,-2 1 0,-5 0 0,-7 2 0,-7-1 0,-6-1 0,-3 0 0,-2-1 0,0 0 0,0 0 0,1 0 0,1 0 0,-2 0 0,3 0 0,2-1 0,3 0 0,4-1 0,1 0 0,1 0 0,-1 0 0,-2 1 0,-4 4 0,-5-3 0,-5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13.419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0 121 24575,'12'0'0,"-2"0"0,-3 0 0,1 0 0,2 0 0,4 0 0,4 0 0,4-1 0,1 0 0,-1 0 0,-4 0 0,-5 1 0,-4 0 0,-2 0 0,-3 0 0,2 0 0,3 0 0,10-2 0,11-2 0,8-3 0,7-2 0,0 0 0,-1-2 0,1-1 0,-1 0 0,2-2 0,-1 1 0,-3 3 0,-1 2 0,-3 4 0,-3 3 0,-3 1 0,-6 0 0,-4 0 0,-2 0 0,-2 0 0,0 0 0,0 0 0,-2 2 0,0-1 0,-1 0 0,0 0 0,1-1 0,2 0 0,1 0 0,0 0 0,-1 0 0,0 0 0,-1 0 0,0 0 0,-1 0 0,-3 0 0,-5 0 0,-5 0 0,-26 9 0,-18 7 0,-25 8 0,2 0 0,13-5 0,18-7 0,12-5 0,1-2 0,-9-1 0,-10 0 0,-6-1 0,-2-2 0,9-1 0,7 0 0,11 0 0,8 0 0,6-1 0,4 0 0,17-4 0,6-3 0,19-5 0,3 0 0,2-1 0,-1 2 0,-2 3 0,-2 3 0,1 2 0,2 2 0,1 1 0,0 0 0,4 1 0,0 0 0,5 0 0,1 0 0,-2 0 0,-1 0 0,-6 0 0,-2 0 0,-2 2 0,-3 2 0,-6 1 0,-7 1 0,-10-1 0,-6-2 0,-4-1 0,-31-1 0,-7-1 0,-32 0 0,0 0 0,9 0 0,18 0 0,28 0 0,56-7 0,3 1 0,32-4 0,-21 4 0,-7 2 0,-10 3 0,-10 0 0,-4 1 0,-2 1 0,3 1 0,6 3 0,1 1 0,-4 1 0,-7-2 0,-10-1 0,-7-3 0,-6 0 0,-1-1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15.986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20 24575,'26'0'0,"0"0"0,-1 0 0,-2 0 0,-2 0 0,0 0 0,1 0 0,1 0 0,-1 0 0,-2-1 0,-1 0 0,0 0 0,0 1 0,-1 0 0,-3 0 0,0 0 0,0 0 0,1 0 0,2 0 0,1 0 0,0 0 0,0-1 0,1-1 0,1-1 0,1-1 0,-1 1 0,-3 1 0,-5 1 0,-3 1 0,-4 0 0,-2 0 0,0 0 0,-2 0 0,0 0 0,6 0 0,10 0 0,10 0 0,8 0 0,0 0 0,-6 0 0,-9 0 0,-9 0 0,-6 0 0,-2 0 0,-1 0 0,0 0 0,0 0 0,3 0 0,6 0 0,5 0 0,5 0 0,2 0 0,-2 0 0,-3 0 0,-5 0 0,-5 0 0,-4 0 0,-2 0 0,-1 0 0,2 0 0,-2 0 0,2 0 0,-1 0 0,-1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21.236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23.237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69 24575,'13'0'0,"2"0"0,0 0 0,5 0 0,-2 0 0,-2 0 0,-5 0 0,-4 0 0,-1 0 0,0 0 0,3 0 0,3 0 0,5 0 0,4-2 0,1-1 0,2-1 0,-1-1 0,0 0 0,-2 1 0,1-1 0,1 1 0,2-1 0,1-2 0,0 1 0,0 0 0,0 2 0,-2 1 0,0 1 0,1 0 0,0 1 0,-1 1 0,-2 0 0,-3 0 0,-3 0 0,-1 0 0,0 0 0,-2 2 0,-2 1 0,-1 1 0,-2 1 0,-1-1 0,0 1 0,-2 0 0,1-1 0,-1-1 0,-1 1 0,0-1 0,0 1 0,1 0 0,-1 0 0,0-1 0,0 1 0,0-1 0,2 0 0,1 1 0,3-1 0,0 0 0,1-1 0,1 0 0,0-2 0,0 1 0,1-1 0,0 0 0,-2 0 0,-2 0 0,-2 0 0,-3 0 0,-1 0 0,-1 0 0,3 0 0,8 0 0,17 0 0,18-3 0,11-3 0,5-2 0,-10 0 0,-14 1 0,-13 2 0,-16 1 0,-6 2 0,-7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24.936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 24575,'20'0'0,"2"0"0,3 0 0,-1 0 0,-1 0 0,-2 0 0,-1 0 0,1 0 0,2 0 0,0 1 0,-2 1 0,-1-1 0,0 0 0,-1 0 0,1-1 0,2 0 0,3 0 0,3 0 0,1 0 0,1 0 0,0 0 0,-3 0 0,-4 0 0,-2 0 0,-2 2 0,1 3 0,0 2 0,2 1 0,0 1 0,-1-2 0,0-1 0,-2-3 0,0-1 0,-2-1 0,1-1 0,1 0 0,3-2 0,1-1 0,3-3 0,1-2 0,0 0 0,-2 2 0,-3 2 0,-3 1 0,-1 2 0,-2 0 0,0 0 0,-2 1 0,1 0 0,-2 0 0,-2 0 0,-3 0 0,-2 0 0,-2 0 0,3 2 0,3 2 0,3 1 0,2 1 0,-1-1 0,-5-1 0,-2-1 0,-6-2 0,-15 4 0,8-3 0,-10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27.370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0 110 24575,'25'0'0,"-1"0"0,1 0 0,-3 0 0,-6 0 0,-5 0 0,-5 0 0,1 0 0,1 0 0,2 0 0,0 0 0,-1 0 0,-2 0 0,-2 0 0,-2 0 0,0 0 0,1 0 0,5 0 0,8-2 0,10-3 0,9-3 0,1-3 0,-2-1 0,-4 1 0,-5 2 0,-4 2 0,-3 3 0,0 0 0,-1 0 0,0 1 0,0 1 0,-1 1 0,-2 0 0,1 1 0,-1-1 0,1 0 0,-2 1 0,-3 0 0,-3 0 0,-3 0 0,-1 0 0,-1 0 0,0 0 0,4 0 0,4 2 0,3 1 0,3 0 0,0 1 0,-1-1 0,-2-1 0,-4-1 0,-2-1 0,-3 0 0,-1 0 0,0 0 0,2 0 0,4 0 0,3 0 0,3 0 0,1 0 0,-1 0 0,-1 0 0,0-1 0,1-1 0,1 0 0,1-2 0,3 1 0,2 0 0,2 0 0,0 1 0,-2 0 0,0-1 0,-1 1 0,0-1 0,0 0 0,0 0 0,1 1 0,2 1 0,2 0 0,1 0 0,-2 0 0,-4 1 0,-5 0 0,-5 1 0,-6 0 0,-1 0 0,-3 1 0,0-1 0,1 0 0,1 2 0,4 0 0,0 1 0,-1 0 0,-1-2 0,-3-1 0,-1-1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29.736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0 24575,'20'0'0,"3"0"0,2 0 0,0 0 0,-1 0 0,0 0 0,2 0 0,1 0 0,-2 0 0,-1 0 0,-2 1 0,-3 0 0,-1 2 0,0 0 0,1 0 0,2 1 0,-2-1 0,-3-1 0,-5 0 0,-4-2 0,-2 0 0,-2 0 0,0 0 0,-1 0 0,2 1 0,-3 0 0,3 0 0,-2 1 0,2-1 0,-1 0 0,0 0 0,-1 0 0,0 0 0,3-1 0,1 1 0,3-1 0,1 0 0,-2 0 0,-3 0 0,-2 0 0,-1 0 0,5 0 0,1 0 0,4 0 0,-1 0 0,-3 0 0,-2 0 0,-2 0 0,3 0 0,4 0 0,3 0 0,1 0 0,-3 0 0,-7 0 0,-3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32.653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0 136 24575,'15'0'0,"1"0"0,0 0 0,-1 0 0,-2 0 0,-3 0 0,0 0 0,1 0 0,1 0 0,2 0 0,-1 0 0,0 0 0,-2 0 0,-3 0 0,-2 0 0,-1 0 0,1 0 0,4 0 0,10-2 0,10-3 0,11-4 0,6-3 0,1-2 0,2 1 0,-1-2 0,-1-1 0,2 1 0,-4 1 0,-5 4 0,-7 4 0,-9 3 0,-5 1 0,-3 2 0,-3 0 0,0 1 0,1 2 0,-1 2 0,-2 1 0,-3 1 0,-2-1 0,-3-1 0,-1-1 0,-3-2 0,-12 0 0,-11 7 0,-28 13 0,-18 10 0,-7 4 0,0-5 0,15-10 0,14-10 0,10-5 0,9-4 0,4-2 0,5 0 0,4 0 0,6 0 0,7 0 0,11 0 0,14-2 0,20-3 0,7-2 0,6-3 0,0-2 0,-4 2 0,0 2 0,-6 3 0,-1 2 0,0 2 0,0 1 0,-1 2 0,0 2 0,-4 3 0,-7 2 0,-7-2 0,-11-3 0,-7-2 0,-3-2 0,-2 0 0,-1 0 0,3 0 0,8 0 0,6 0 0,7 0 0,-1 0 0,-5 0 0,-6 0 0,-7 0 0,-2 0 0,-2 0 0,2 0 0,4 0 0,2 0 0,0 0 0,-1-1 0,-4 1 0,-1-1 0,-2 1 0,3 0 0,6 0 0,9 1 0,7 1 0,-1 0 0,-5 1 0,-8-1 0,-6 0 0,-1-2 0,4 0 0,1-3 0,2-1 0,-2 0 0,-4 0 0,-4 2 0,-2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34.770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0 24575,'30'0'0,"5"0"0,6 0 0,2 0 0,-2 0 0,2 0 0,5 0 0,2 0 0,2 0 0,-4 0 0,-7 0 0,-8 0 0,-11 0 0,-10 0 0,-5 1 0,-1 0 0,5 1 0,10 4 0,11 3 0,10 4 0,4 3 0,-4-1 0,-5-2 0,-9-4 0,-8-4 0,-8-3 0,-4-1 0,-3-1 0,-3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38.452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21 24575,'40'-1'0,"9"0"0,18 1 0,9 0 0,1 0 0,4 0 0,-7 0 0,-3 0 0,-3 0 0,-8 0 0,-2 0 0,-8 0 0,-12 0 0,-12-1 0,-9 0 0,-7-1 0,-4 1 0,-1 1 0,4 0 0,8 0 0,12 0 0,16-1 0,9-1 0,3 1 0,-5 0 0,-8 1 0,-10 0 0,-5-1 0,-5 0 0,-5-1 0,-5 0 0,-5 1 0,-2 0 0,-3 1 0,0 0 0,-1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41.570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67 24575,'29'0'0,"9"0"0,17 0 0,11 0 0,1 0 0,13 0 0,-2 0 0,-4 0 0,-5 0 0,-20 0 0,-10 0 0,-10 0 0,-12 0 0,-7 0 0,-4 0 0,-1 0 0,3 0 0,5 0 0,2 0 0,-1 0 0,-3 0 0,-5 0 0,6-1 0,11-2 0,13-2 0,15-2 0,7-1 0,1 1 0,-2 2 0,-5 1 0,-8 1 0,-8 1 0,-10 0 0,-10 1 0,-7 0 0,-4 1 0,0 0 0,-1 0 0,-2 0 0,1 0 0,3 0 0,7 0 0,4 0 0,3 0 0,-4 0 0,-4 0 0,-4 0 0,-4 0 0,0 0 0,3 0 0,6 0 0,4 0 0,5 0 0,2 0 0,-2 0 0,-4 0 0,-5 0 0,-5 0 0,-3 0 0,2 1 0,4-1 0,13 1 0,15-1 0,15 0 0,10-1 0,-6-2 0,-9-2 0,-17 0 0,-14 2 0,-8 2 0,-6 0 0,-1 1 0,-2-1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44.185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 24575,'12'0'0,"-3"0"0,-2 0 0,-1 0 0,-2 0 0,7 0 0,3 0 0,4 0 0,2 0 0,-4 0 0,-2 0 0,-1 0 0,-3 0 0,-2 0 0,-3 0 0,-1 0 0,0 0 0,0 1 0,5-1 0,6 1 0,9 0 0,7 0 0,0 0 0,-5 0 0,-9-1 0,-8 0 0,-5 0 0,-2 0 0,-1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46.418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39:48.102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39:35.343"/>
    </inkml:context>
    <inkml:brush xml:id="br0">
      <inkml:brushProperty name="width" value="0.05" units="cm"/>
      <inkml:brushProperty name="height" value="0.05" units="cm"/>
      <inkml:brushProperty name="color" value="#549A9A"/>
    </inkml:brush>
  </inkml:definitions>
  <inkml:trace contextRef="#ctx0" brushRef="#br0">0 0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39:40.709"/>
    </inkml:context>
    <inkml:brush xml:id="br0">
      <inkml:brushProperty name="width" value="0.05" units="cm"/>
      <inkml:brushProperty name="height" value="0.05" units="cm"/>
      <inkml:brushProperty name="color" value="#549A9A"/>
    </inkml:brush>
  </inkml:definitions>
  <inkml:trace contextRef="#ctx0" brushRef="#br0">75 52 24575,'-1'11'0,"0"0"0,-1-2 0,1-2 0,0-1 0,0-1 0,-1-1 0,1-1 0,-2 0 0,1 1 0,0-1 0,0-1 0,-1 1 0,1-2 0,0-3 0,1-4 0,1-4 0,0 1 0,0 0 0,0 1 0,0 2 0,1 1 0,0 1 0,0 1 0,0 0 0,0 1 0,-1 0 0,1 0 0,0 0 0,0-2 0,-1 1 0,2 0 0,-1 0 0,0-1 0,0 1 0,0-1 0,0 0 0,0 1 0,-1 0 0,0 0 0,0 0 0,0 0 0,0 0 0,0 2 0,-2 6 0,0 1 0,-2 6 0,0-1 0,-1-1 0,2-2 0,0 0 0,1-2 0,0 0 0,1 0 0,0 0 0,-1 0 0,1-1 0,0 0 0,-1 0 0,1 0 0,-1 0 0,1-1 0,-1-1 0,1-1 0,0-6 0,2-2 0,1-6 0,1 1 0,1 0 0,-2 1 0,-1 2 0,0 1 0,0 1 0,0 0 0,0 1 0,0-1 0,0 0 0,0 2 0,-1 0 0,0 0 0,0 1 0,0 0 0,0 1 0,-2 4 0,0 2 0,-2 4 0,0 0 0,1 0 0,0-1 0,1-2 0,0 0 0,0 0 0,0 1 0,1 0 0,-1 1 0,1-1 0,0 0 0,0-1 0,1-1 0,-1 0 0,1-1 0,-1 0 0,1-2 0,0-4 0,0-3 0,2-6 0,0 0 0,2 0 0,0 0 0,-1 3 0,-1 1 0,-1 2 0,0 2 0,-1 1 0,0 1 0,0-2 0,0-1 0,0 1 0,0-1 0,0 1 0,0 3 0,-2 6 0,0 2 0,-2 5 0,1-3 0,0 0 0,1-1 0,1-1 0,0-2 0,0 0 0,0 0 0,0 0 0,-1 0 0,1 0 0,0-1 0,0 0 0,1-2 0,0-1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39:42.725"/>
    </inkml:context>
    <inkml:brush xml:id="br0">
      <inkml:brushProperty name="width" value="0.05" units="cm"/>
      <inkml:brushProperty name="height" value="0.05" units="cm"/>
      <inkml:brushProperty name="color" value="#549A9A"/>
    </inkml:brush>
  </inkml:definitions>
  <inkml:trace contextRef="#ctx0" brushRef="#br0">10 0 24575,'0'6'0,"0"0"0,0 0 0,0 2 0,0-1 0,0-1 0,-1 0 0,-1-1 0,0 1 0,1 0 0,0-1 0,-1-1 0,2-2 0,-1-1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39:45.612"/>
    </inkml:context>
    <inkml:brush xml:id="br0">
      <inkml:brushProperty name="width" value="0.05" units="cm"/>
      <inkml:brushProperty name="height" value="0.05" units="cm"/>
      <inkml:brushProperty name="color" value="#549A9A"/>
    </inkml:brush>
  </inkml:definitions>
  <inkml:trace contextRef="#ctx0" brushRef="#br0">1 16 24575,'6'0'0,"-1"0"0,2 0 0,1 0 0,1 0 0,2 0 0,1 0 0,-3 0 0,-1 0 0,-3 0 0,-2 0 0,0 0 0,0 0 0,1 0 0,1 0 0,0 0 0,-1 0 0,0 0 0,-1 0 0,-1 0 0,1 0 0,2 0 0,4 2 0,3 0 0,3 1 0,0 0 0,-2-1 0,-3 1 0,-1-1 0,0 1 0,1-1 0,0-1 0,0 1 0,-2 0 0,0-1 0,-3 0 0,-1-1 0,-1 1 0,0-1 0,1 0 0,3 0 0,0 0 0,0 0 0,-1 0 0,-2 0 0,-1 0 0,0 0 0,1 0 0,2 0 0,4 0 0,2-1 0,1 0 0,-2 0 0,-4 0 0,-3-1 0,-3 1 0,-2-1 0,-4 0 0,-3-1 0,-2 1 0,-5-1 0,0 0 0,-1 0 0,3 1 0,2 1 0,4 0 0,0 0 0,1 1 0,0-1 0,1 0 0,0 0 0,1 0 0,1-1 0,1 0 0,1 0 0,1 0 0,2 1 0,1 0 0,-2 0 0,2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39:56.610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18 24575,'18'0'0,"1"0"0,2 0 0,1 0 0,1 0 0,0 0 0,-2 0 0,-2 0 0,-5 0 0,-5 0 0,-1 0 0,1 0 0,2 0 0,4 0 0,1 0 0,-1 0 0,-1 0 0,-3 0 0,-1 0 0,1 0 0,2-1 0,4 0 0,4 0 0,7-1 0,2-1 0,0 0 0,-2 0 0,-6 2 0,-5 0 0,-5 0 0,-3 1 0,-3 0 0,1 0 0,2 0 0,5 0 0,6 0 0,4 0 0,1 0 0,-3 0 0,-6 0 0,-5 0 0,-4 0 0,-1 0 0,-2 0 0,0 0 0,0 1 0,1 0 0,0 0 0,1-1 0,2 1 0,3 1 0,4-1 0,1 1 0,0 0 0,0 0 0,-2 0 0,0 0 0,0 1 0,-1-1 0,-3-1 0,0 1 0,-3-2 0,0 0 0,-1 1 0,2-1 0,3 1 0,5 1 0,7-2 0,5 1 0,0 0 0,-3-1 0,-6 0 0,-6 0 0,-3 0 0,-2 0 0,2 0 0,4 0 0,6 0 0,5 0 0,0-1 0,-3 1 0,-6-1 0,-5 0 0,-2 1 0,-1 0 0,2 0 0,2 0 0,6 0 0,4 0 0,3 0 0,-1 0 0,-4 0 0,-6 0 0,-5 0 0,-2 0 0,-1 0 0,-1 0 0,-1 0 0,3 0 0,3 1 0,4 0 0,5 2 0,1-1 0,2 0 0,-3 1 0,-5-2 0,-4 1 0,-3-1 0,-2 0 0,3 1 0,4 0 0,5 1 0,1 0 0,1 0 0,-4-1 0,-2 0 0,-1-1 0,-2 0 0,-2 0 0,-1-1 0,0 0 0,0 0 0,4 0 0,3 0 0,5 0 0,1 0 0,-1 0 0,-3 0 0,-5 0 0,-3 0 0,-2 0 0,-1 0 0,0 0 0,0-1 0,-1 1 0,-1-1 0,0 0 0,0 0 0,-1 1 0,2 0 0,0-1 0,1 1 0,5 0 0,8-2 0,7 1 0,4-2 0,-4 1 0,-6 0 0,-6 0 0,-5 1 0,-2 0 0,-1 0 0,1 1 0,8 0 0,16 0 0,23 0 0,16 1 0,7 1 0,-9 1 0,-19 1 0,-16-1 0,-15-2 0,-9 1 0,-3-1 0,-2 0 0,0 0 0,0 0 0,2 0 0,0 0 0,1-1 0,2 0 0,2 0 0,0 0 0,-1 0 0,0 0 0,0 0 0,-1 0 0,1 0 0,1 0 0,3 0 0,5 0 0,4 0 0,4 0 0,-1 0 0,-3 0 0,-5 0 0,-3 0 0,-3 0 0,0 0 0,3 0 0,5 1 0,8 1 0,7 1 0,2 2 0,-3-1 0,-8-1 0,-7-1 0,-5-1 0,-3 0 0,-1 0 0,0 1 0,2-2 0,2 1 0,3-1 0,4 0 0,0 0 0,0 0 0,1 0 0,-3 0 0,-1 0 0,-2 0 0,0 0 0,-1 0 0,1 0 0,1 0 0,4 0 0,5 0 0,4 0 0,5 0 0,0 0 0,-4 0 0,-6 0 0,-8 0 0,-7 0 0,-2 0 0,-2 0 0,-1 0 0,0 0 0,-1 0 0,1 0 0,0 0 0,0 0 0,0 0 0,0 0 0,1 0 0,0 0 0,0 0 0,-1 0 0,-1 0 0,-13-1 0,1-4 0,-12-2 0,6-3 0,-2 0 0,2 1 0,2 3 0,2 2 0,1 3 0,-1 1 0,-2 0 0,-2 0 0,-4 1 0,-3 1 0,-5 2 0,-2 3 0,-1 0 0,3 0 0,3-1 0,6 0 0,4-2 0,2 0 0,3 0 0,0-1 0,-4 2 0,-3-1 0,-4 1 0,-1 0 0,-1-1 0,1-1 0,4-1 0,3-2 0,3 0 0,4 0 0,3 0 0,2-2 0,1 0 0,1-2 0,1 1 0,1 1 0,1-1 0,2 0 0,-1 0 0,0 0 0,1 0 0,4-1 0,4-1 0,6-1 0,6-1 0,1-2 0,-2 1 0,-2 2 0,-5 2 0,-3 2 0,-3 1 0,-2 1 0,0 0 0,1 0 0,2 0 0,2-1 0,2-2 0,3 1 0,1-2 0,-1 1 0,-2 1 0,-1 0 0,-4 2 0,-2-1 0,-3 1 0,-2 0 0,3 0 0,-5 0 0,3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0:00.594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5 24575,'17'0'0,"4"0"0,6 0 0,3 0 0,-1 0 0,-4 0 0,-7 0 0,-6 0 0,-4 0 0,0 0 0,3 0 0,10 0 0,7 0 0,7 0 0,1 0 0,-5 0 0,-8 1 0,-7 0 0,-5 0 0,-1 1 0,0-1 0,2 1 0,0-1 0,2 0 0,-1-1 0,-1 1 0,0-1 0,0 0 0,2 0 0,2 0 0,0 0 0,-2 0 0,0 0 0,-1 0 0,1 0 0,0 0 0,0 0 0,-1 0 0,-2 0 0,-2 0 0,-2 0 0,0 0 0,3 0 0,3 0 0,5 0 0,4 1 0,0 1 0,3 0 0,0 0 0,2 0 0,1-2 0,-3 0 0,-4 0 0,-6 0 0,-2 0 0,0 0 0,3 0 0,3 0 0,1 0 0,-2 0 0,-4 0 0,-4 0 0,-3 0 0,-2 0 0,0 0 0,0 0 0,0 0 0,-1 0 0,0 0 0,-1 0 0,1 0 0,0 0 0,3 0 0,4 0 0,5 0 0,7 0 0,7-1 0,4 0 0,-2 0 0,-3 1 0,-8 0 0,-5 0 0,-3 0 0,-2 0 0,0 0 0,2 0 0,2 0 0,2-1 0,3-1 0,1 0 0,-1-1 0,-1 1 0,-3 0 0,-2 2 0,-1-1 0,-1 0 0,1 0 0,-1 0 0,0 0 0,1-1 0,2 1 0,1 0 0,1 0 0,2 1 0,1 0 0,-1 0 0,1 0 0,-1 0 0,0 0 0,2 0 0,1 0 0,3 0 0,0 0 0,-2 0 0,-5 0 0,-3 0 0,-3 0 0,-2 0 0,2 0 0,3 0 0,10 0 0,8 0 0,9 0 0,1 0 0,-7 0 0,-9 0 0,-10 0 0,-6 0 0,-4 0 0,-1 0 0,4 0 0,7 1 0,11 1 0,8 1 0,7 1 0,-2-1 0,-7-1 0,-8-1 0,-11-1 0,-5 0 0,-7-1 0,-1-1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0:06.743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86 24575,'36'0'0,"9"0"0,12 0 0,18 0 0,0 0 0,-4 0 0,-13 0 0,-24 0 0,-11 1 0,-9 0 0,2 2 0,7 1 0,10 2 0,9 1 0,1 1 0,-6 0 0,-7-1 0,-7-1 0,-6-1 0,0-1 0,1-1 0,2-1 0,3 0 0,4 0 0,3-1 0,5 0 0,4 0 0,-4 0 0,-7 0 0,-10-1 0,-8 0 0,-4 0 0,-2 0 0,-2 0 0,0-2 0,7 1 0,13-5 0,20-1 0,12-5 0,5-3 0,-6 1 0,-13 4 0,-11 3 0,-12 3 0,-6 3 0,1 0 0,1 1 0,6 0 0,3 0 0,3 0 0,1 0 0,-3 0 0,-3 0 0,-6 0 0,-5 0 0,-2 0 0,-2 0 0,0 0 0,0 0 0,1 0 0,3 0 0,9 0 0,11 0 0,9 0 0,4 0 0,-3 0 0,-9 0 0,-8 0 0,-5 0 0,-2 0 0,1 0 0,3 0 0,2 0 0,4 0 0,4 0 0,2-2 0,-3 0 0,-5-1 0,-6 2 0,-6 0 0,-5 0 0,-2 1 0,-18-7 0,-5-3 0,-15-7 0,4 3 0,7 3 0,7 4 0,7 4 0,3 2 0,1 1 0,-1 0 0,-3 0 0,-5 1 0,-7 3 0,-4 2 0,-1 2 0,2 0 0,5-1 0,4-1 0,1 0 0,-1-1 0,-6 1 0,-10 3 0,-9 2 0,-2 3 0,4-2 0,8-3 0,9-2 0,6-4 0,2-1 0,-2-2 0,-5 1 0,-10-1 0,-10 0 0,-6 0 0,2 0 0,9 0 0,11 0 0,9 0 0,3-2 0,-3 0 0,-11-3 0,-7 0 0,-3 0 0,4 1 0,7 1 0,4 1 0,2-3 0,-4-1 0,-4-1 0,-2-1 0,2 2 0,7 3 0,8 1 0,6 1 0,6 1 0,11 0 0,0 0 0,6 0 0,-2 0 0,9 0 0,19 1 0,18 1 0,12 2 0,1 1 0,-10-2 0,-13 0 0,-12-1 0,-9 0 0,-5 1 0,2 1 0,4 1 0,3 0 0,3 0 0,-1 0 0,-6 0 0,-3-1 0,-6-1 0,-1 0 0,1-1 0,1-1 0,0 0 0,-1 0 0,-1-1 0,-1 0 0,-1 1 0,1 1 0,0-1 0,-2 0 0,-2 0 0,0-1 0,-3 0 0,3 0 0,2 0 0,5-2 0,5-1 0,2-3 0,0-2 0,-3 1 0,-2 0 0,-1 0 0,-3 3 0,-2 0 0,-3 1 0,-2 1 0,0 1 0,2 0 0,4 1 0,2-1 0,-1 0 0,0 0 0,-5 0 0,-3 0 0,-1 1 0,-2-1 0,-1 1 0,2-1 0,2 1 0,4-2 0,4 0 0,3 2 0,0-1 0,-1 1 0,-3 0 0,-5 0 0,-4 0 0,-1 0 0,1 0 0,2 0 0,4 0 0,1 0 0,-1 0 0,-1 0 0,-1 0 0,0 0 0,1 0 0,2 0 0,2 0 0,-1 0 0,-4 0 0,-2 0 0,-5 1 0,-3 0 0,-3 0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0:10.544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36 24575,'25'0'0,"2"0"0,9 0 0,3 0 0,2 0 0,19-3 0,4-3 0,1-2 0,-10-1 0,-25 3 0,-11 4 0,-7 1 0,-3 0 0,0 1 0,-1 0 0,2 0 0,2 0 0,3 1 0,1-1 0,-2 2 0,-3 0 0,-2 1 0,-3 0 0,-1 0 0,1-1 0,1 1 0,-1 0 0,0-1 0,2 0 0,0-1 0,3 1 0,2 0 0,1 0 0,1 1 0,2 0 0,-1 0 0,0-1 0,0-1 0,-2 1 0,-2-1 0,-2 0 0,0 0 0,0 0 0,2 1 0,3-1 0,5 1 0,4-2 0,1 1 0,-3-1 0,-5 0 0,-4 0 0,-3 0 0,1 0 0,4 0 0,3 0 0,2 0 0,-3-1 0,-4 1 0,-4-1 0,-2 0 0,-1 1 0,-1 0 0,0 0 0,-1 0 0,4 0 0,6 0 0,7 0 0,6 0 0,0 0 0,-4 0 0,-5 0 0,-6 0 0,-1 0 0,5-2 0,8-1 0,9 0 0,3-1 0,-3 1 0,-8 0 0,-8 2 0,-6 0 0,0 0 0,3 1 0,5 0 0,3 0 0,-2 0 0,-1 0 0,0 0 0,1 0 0,3 0 0,-1 0 0,-1-1 0,-4 1 0,-5-2 0,-3 1 0,-1 1 0,1-1 0,1 0 0,1 0 0,1 1 0,-1-1 0,0 1 0,1 0 0,3 0 0,7 0 0,9 2 0,6 2 0,0 3 0,-9 1 0,-8-2 0,-9-4 0,-6 0 0,-18-8 0,9 4 0,-12-4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0:14.177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2 24575,'22'-1'0,"0"0"0,4 1 0,-1 0 0,6 0 0,2 0 0,0 0 0,-3 0 0,-7 0 0,2 0 0,2 0 0,4 0 0,2 0 0,-5 0 0,-7 0 0,-5 0 0,-7 0 0,-2 0 0,-2 0 0,-2 0 0,3 0 0,5 0 0,8 0 0,9 0 0,2 0 0,-5 0 0,-6 0 0,-8 0 0,-5 0 0,-2 0 0,-1 0 0,1 0 0,4 0 0,2 0 0,3 0 0,0 0 0,0 0 0,-2 0 0,-3 0 0,-2 0 0,-1 0 0,0 0 0,4 0 0,4 0 0,4 0 0,-1 0 0,-3 0 0,-4 0 0,-4 0 0,-1 0 0,-1 0 0,0 0 0,1 0 0,3 0 0,1 1 0,2-1 0,-1 1 0,-3 0 0,0-1 0,-2 1 0,-1-1 0,-1 1 0,1 0 0,0 0 0,1 0 0,-2 0 0,0 0 0,-2 2 0,-1 3 0,0-2 0,0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09.509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25 24575,'20'0'0,"0"0"0,0 0 0,-2 0 0,-5 0 0,-3 0 0,-4 0 0,-3 0 0,0 0 0,-1 1 0,1 0 0,-1 1 0,1-1 0,2-1 0,-1 1 0,1 0 0,2-1 0,3 0 0,3 0 0,-1 0 0,0-1 0,-4 1 0,-2-1 0,-2 1 0,-1-1 0,-1 1 0,2 0 0,-1 0 0,2 0 0,0 0 0,0 0 0,1 0 0,2 0 0,0 0 0,3 0 0,-1 0 0,0 0 0,0 0 0,2-1 0,1 0 0,1-1 0,-1 0 0,-2 1 0,-1-1 0,-2 1 0,-1 0 0,-2 1 0,0-1 0,0 0 0,0 0 0,2 1 0,1-2 0,4 1 0,1-1 0,1 0 0,-1 1 0,-1-1 0,0 2 0,-1-1 0,0 1 0,-2-1 0,-1 0 0,-2 1 0,-2 0 0,0 0 0,0 0 0,1 0 0,1 0 0,2 0 0,5 0 0,7 0 0,5 0 0,3 0 0,-5 0 0,-4 0 0,-8 0 0,-5 0 0,-2-1 0,-2 1 0,-1-1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35.360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675 117 24575,'-24'0'0,"-19"0"0,-13 0 0,-9 0 0,13 0 0,18 0 0,15 0 0,7 0 0,-1 0 0,-7 0 0,-4 0 0,1-1 0,5-1 0,6 0 0,4 2 0,-2-1 0,-5 2 0,-9 2 0,-6 1 0,-2 1 0,2-1 0,9-2 0,8-1 0,5-1 0,4 0 0,1 0 0,0 0 0,-2 0 0,0 0 0,1 0 0,-1 0 0,1 0 0,-1 0 0,-1 0 0,-2 1 0,1 0 0,2 1 0,1 0 0,4 0 0,1 2 0,1-1 0,0 2 0,0-3 0,-1 1 0,-1 0 0,0 0 0,-1-1 0,-2-1 0,10 0 0,-4-1 0,9 0 0,-3 0 0,3 0 0,4 0 0,7 0 0,8 0 0,5 0 0,1-1 0,-1-1 0,-4 1 0,-4 1 0,-4 0 0,-2 0 0,-3 0 0,-2 0 0,0 0 0,-1 0 0,1 2 0,-2-1 0,0 2 0,-2-2 0,0 0 0,-1 1 0,0-1 0,0 0 0,-2-1 0,-1 0 0,-4 0 0,-2 0 0,-12 0 0,1 0 0,-8 0 0,6 0 0,2 0 0,3 0 0,2 0 0,1-1 0,0-2 0,3-1 0,2 0 0,5 1 0,7-1 0,11-2 0,18-9 0,13-6 0,14-6 0,2 0 0,-7 4 0,-12 5 0,-18 7 0,-12 6 0,-9 4 0,-6 0 0,-2 1 0,-2 0 0,1 0 0,0 1 0,1 1 0,2 2 0,2 3 0,0 0 0,-1 0 0,-2 0 0,-4-1 0,-2-2 0,-2 0 0,-2-1 0,-3-2 0,-2 1 0,-3-2 0,-6 0 0,-5 3 0,-10 2 0,-14 5 0,-6 6 0,-5 2 0,4-1 0,13-4 0,12-6 0,12-3 0,10-3 0,6-1 0,6 0 0,3 0 0,9 0 0,11 1 0,15 0 0,12 0 0,4 0 0,-4-1 0,-9 0 0,-8 0 0,-9 0 0,-9 0 0,-6 0 0,-4 0 0,0 0 0,2 1 0,3 0 0,-2 0 0,2 1 0,2-1 0,4 0 0,5-1 0,1 0 0,-3 0 0,-5 0 0,-7 0 0,-5 1 0,-5-1 0,-14 1 0,2-1 0,-9 0 0,6 0 0,-2 0 0,-6 0 0,-7 0 0,-8 0 0,1 0 0,5 0 0,9 0 0,9 0 0,7 0 0,14 0 0,6 0 0,22 2 0,15 6 0,20 7 0,9 5 0,0 1 0,-10-3 0,-16-5 0,-14-5 0,-16-5 0,-10-1 0,-8-2 0,-2 0 0,-2 0 0,1 0 0,-1 0 0,0-1 0,0-1 0,-1-1 0,0 0 0,-3 0 0,-4 1 0,-4-1 0,-5-1 0,-8-2 0,-11-3 0,-10-3 0,-11-2 0,-1-1 0,5 3 0,9 3 0,12 3 0,8 3 0,5 0 0,4 1 0,3 1 0,0 1 0,1-1 0,1 1 0,1-1 0,2-1 0,1 0 0,15 1 0,15 0 0,30 1 0,17 0 0,10 0 0,-2 0 0,-12 0 0,-14 0 0,-16-1 0,-15 0 0,-9 0 0,-7 1 0,-3-1 0,-2 1 0,-2 0 0,-1 0 0,-14 0 0,0 0 0,-20 0 0,-26 0 0,-21 0 0,-14 0 0,6 0 0,28 0 0,20 0 0,20 0 0,14 0 0,23 0 0,10 0 0,23 0 0,12 0 0,16 0 0,4 0 0,-2-1 0,-10-4 0,-15-2 0,-14-1 0,-16 1 0,-12 3 0,-6 3 0,-3 0 0,0 1 0,4 0 0,4 0 0,3 0 0,0 0 0,-2 0 0,-3 0 0,-3 0 0,-1 0 0,1 0 0,1 0 0,3 0 0,2-1 0,4-1 0,2-1 0,-2 0 0,-1 1 0,-3 1 0,-1 0 0,-4 0 0,1 1 0,-2 0 0,3-1 0,2-1 0,2 0 0,3 0 0,1-1 0,0 1 0,0-1 0,0 0 0,-3 0 0,-1 1 0,-1 0 0,-2 0 0,1 2 0,1-1 0,0 0 0,1 1 0,-2 0 0,0-1 0,-1 0 0,1 0 0,0 1 0,-1 0 0,2 0 0,2 0 0,0 0 0,0 0 0,-3 0 0,-3 0 0,-3 0 0,-2 0 0,0 0 0,0 0 0,0 0 0,-1 0 0,1 0 0,0 0 0,-1 0 0,1 0 0,0 0 0,-1 0 0,0 0 0,0-1 0,0 0 0,1 1 0,2-1 0,1 1 0,0 0 0,1 0 0,0 0 0,0 0 0,-1 0 0,-1 0 0,-2 0 0,-3 1 0,-9 1 0,-1 0 0,-8 1 0,5-3 0,0 0 0,-1 0 0,0 0 0,-4 1 0,-7 0 0,-7 1 0,-9 2 0,-3-1 0,5 0 0,8 0 0,10-2 0,7 0 0,5-1 0,2 0 0,0 0 0,0 0 0,-1 0 0,-2 1 0,0 0 0,-3-1 0,0 1 0,2-1 0,1 0 0,4 0 0,14 0 0,-5 0 0,12 0 0,-6 0 0,7 0 0,12 0 0,6 0 0,0 0 0,-8 0 0,-11 0 0,-4 0 0,-5 0 0,-1 1 0,-2 0 0,0-1 0,1 1 0,2-1 0,2 0 0,1 0 0,0 0 0,0 0 0,-2 0 0,1 0 0,-1 0 0,0 0 0,-1 0 0,-1 0 0,-1 0 0,-1 0 0,-1 0 0,1 0 0,0 0 0,2 0 0,0 0 0,0 0 0,0 0 0,-2 0 0,1 0 0,-2 0 0,-1 0 0,-1 0 0,0 0 0,-1 0 0,2 0 0,-1 0 0,1 0 0,-1 0 0,1 0 0,0 0 0,2 0 0,0 0 0,0 0 0,2 0 0,0 0 0,2-1 0,1 0 0,0-1 0,0 0 0,1 0 0,-2-1 0,1 1 0,0 0 0,-1 0 0,-1 1 0,-1-1 0,-3 2 0,-1-1 0,-1 0 0,-1 1 0,1-1 0,0 1 0,1-1 0,-1 1 0,-1 0 0,-2 8 0,1-6 0,-3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39.174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17 24575,'19'0'0,"4"0"0,3 0 0,-2 0 0,-7 0 0,-5 0 0,-4 0 0,-3 0 0,-1 0 0,0 0 0,-1 0 0,0 0 0,1 0 0,0 0 0,1 0 0,1 0 0,0 0 0,1 0 0,0 0 0,-1 0 0,0 0 0,1 0 0,0 0 0,2 0 0,3 0 0,2 0 0,2 0 0,0 0 0,-1 0 0,0 0 0,-1 0 0,-1 0 0,0 0 0,0 0 0,-2 0 0,0 0 0,-3 0 0,1 0 0,-2 0 0,0 0 0,0 0 0,-2 0 0,1 0 0,-1 0 0,0 0 0,0 0 0,-1 0 0,1 0 0,0 0 0,0 0 0,1-1 0,0 1 0,-1-1 0,1 0 0,0 1 0,-1 0 0,0 0 0,-1 0 0,0-1 0,1 0 0,0 1 0,1 0 0,0 0 0,-1-1 0,2 0 0,0 1 0,2-1 0,-1 1 0,0 0 0,0-1 0,-1 1 0,-1-1 0,1 0 0,0 1 0,-1 0 0,0 0 0,0 0 0,0 0 0,0 0 0,2 0 0,1 0 0,0-1 0,1 0 0,-1 0 0,-1 1 0,0 0 0,0 0 0,0 0 0,0 0 0,0 0 0,2-1 0,1 0 0,3 0 0,2 1 0,1 0 0,1 0 0,-2 0 0,-2 0 0,-2 0 0,-1 0 0,-1 0 0,2 0 0,0 0 0,2 0 0,2 1 0,-1 0 0,0 1 0,-2 0 0,-2 0 0,-3-1 0,-1 1 0,-1-2 0,0 1 0,-1-1 0,1 0 0,0 0 0,0 1 0,1-1 0,3 1 0,1 0 0,2-1 0,4 1 0,1 0 0,2-1 0,-1 1 0,-1 0 0,-2 0 0,-1 0 0,-1 0 0,2 0 0,1 0 0,1-1 0,1 0 0,0 0 0,-2 0 0,-1 0 0,-3 0 0,-3 0 0,-2 0 0,0 0 0,0 0 0,2 0 0,1 0 0,2 0 0,3 0 0,1 0 0,2 0 0,2 0 0,0 0 0,1 0 0,-3 0 0,-2 0 0,-4 0 0,-3 0 0,-2 0 0,2 0 0,1 0 0,2 0 0,1 0 0,1 0 0,0 0 0,-1 0 0,-2 0 0,-3 0 0,-3 0 0,-1 0 0,-1 0 0,-1 0 0,1 0 0,0 0 0,2 0 0,4 0 0,4 0 0,2 0 0,2 0 0,1 0 0,1 0 0,-3 0 0,-2 0 0,-4 0 0,-6 0 0,-2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44.841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1154 60 24575,'-20'0'0,"-6"0"0,-8 0 0,2 0 0,8 0 0,7 0 0,8 0 0,-1-1 0,-4 0 0,-3-2 0,-2-1 0,1 1 0,3-1 0,5 2 0,1 0 0,-4 1 0,-5-1 0,-8 0 0,-4-1 0,1 1 0,4 0 0,7 1 0,5 0 0,3 0 0,-1 0 0,-4-1 0,-8 0 0,-5 1 0,1 0 0,1 1 0,6-1 0,5 0 0,3 1 0,6-1 0,3 1 0,-1 0 0,-2 0 0,-5 0 0,-8 0 0,-8 0 0,-5 0 0,0 0 0,7 0 0,8 0 0,7 0 0,3 0 0,-1 0 0,-9 0 0,-10 0 0,-9 0 0,-1 0 0,7 0 0,9 0 0,9 0 0,1-1 0,-5-1 0,-7-1 0,-4 0 0,3 1 0,6 1 0,8 0 0,6 1 0,4-1 0,6 1 0,-1 0 0,5 0 0,1 2 0,1 1 0,2 1 0,1 1 0,-3-1 0,5 2 0,8 0 0,11 2 0,12 2 0,8-3 0,2-1 0,-4-2 0,-9-2 0,-10 1 0,-8-1 0,-7-1 0,-1 0 0,-1 0 0,1-1 0,3 0 0,1 0 0,1 0 0,1 0 0,0 0 0,1-1 0,1 0 0,0-1 0,1-1 0,1 0 0,-1 0 0,-5 0 0,-6 1 0,-6 1 0,-4 1 0,-2 0 0,0 0 0,0-1 0,2 0 0,1-1 0,2 1 0,4 0 0,3-2 0,5 1 0,4-3 0,4-1 0,0 0 0,1 0 0,-1 1 0,-3 1 0,-3 1 0,-4 2 0,-6 1 0,-3 0 0,-1 0 0,-2 0 0,3 0 0,2 0 0,2 0 0,-1 0 0,-2 0 0,-2 0 0,-2 0 0,0 0 0,3 0 0,4 1 0,2 1 0,0 0 0,-1 0 0,-2 0 0,-2 0 0,-2 0 0,2 0 0,-1 0 0,0-1 0,0 0 0,-2-1 0,1 0 0,-2 0 0,1 0 0,-1 0 0,1 0 0,1 0 0,0 0 0,2 0 0,3 0 0,2 0 0,1 0 0,-1 0 0,0 0 0,-2 0 0,-1 0 0,0 0 0,0 0 0,2 0 0,0 0 0,0 0 0,-1 0 0,-2 0 0,-3 0 0,-2 0 0,-3 0 0,-2 0 0,1 0 0,0 0 0,1 0 0,3 0 0,4 0 0,7 0 0,7 0 0,6 0 0,1 0 0,-4 0 0,-9 0 0,-7 0 0,-6 0 0,-5 0 0,-1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50.174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38 24575,'22'0'0,"4"0"0,6 0 0,0 0 0,-6 0 0,-6 0 0,-8 0 0,-1 0 0,-1 0 0,2 0 0,-1 0 0,-1 0 0,-2 0 0,-1 0 0,0 0 0,0 0 0,4 0 0,4-1 0,3-2 0,3 0 0,-1-1 0,-4 1 0,-3 1 0,-2 1 0,0 1 0,4-1 0,4 0 0,7 0 0,5-1 0,7 1 0,7-2 0,5 0 0,0 1 0,-3 0 0,-10 1 0,-10 1 0,-4 0 0,3 0 0,7 0 0,7 0 0,0 0 0,-6 0 0,-8 0 0,-9 0 0,-5 0 0,-6 0 0,-1 0 0,-2 0 0,1 0 0,2 0 0,4 0 0,5 0 0,6 0 0,1 0 0,-2 0 0,-6 0 0,-4 0 0,-3 0 0,-4 0 0,-2 0 0,-8 0 0,0 0 0,-9 0 0,3 0 0,1 0 0,2 0 0,3 0 0,0-1 0,0 1 0,-1-1 0,-4 0 0,-12 1 0,-18 0 0,-18 3 0,-9 4 0,3 4 0,13 1 0,14-1 0,13-4 0,9-3 0,3-2 0,-6-2 0,-8 1 0,-12 0 0,-5 0 0,6 1 0,10-1 0,13 0 0,9-1 0,6 0 0,13 0 0,3 0 0,14 0 0,15 0 0,28 0 0,-21 0 0,2 0 0,6 0 0,1 0 0,-1 0 0,-1 0 0,40 1 0,-27 1 0,-20 0 0,-20 2 0,-12-2 0,-8 2 0,-3-2 0,-2 0 0,2 0 0,2 0 0,4-1 0,4 1 0,1 0 0,1-1 0,-1 1 0,-3-1 0,-1 0 0,-2-1 0,-3 0 0,-2 0 0,-1 0 0,2 0 0,4 0 0,9 0 0,10 0 0,7 0 0,4-1 0,1-2 0,-1-1 0,-4-2 0,-5 1 0,-9 2 0,-7 0 0,-6 2 0,-4 0 0,-1 1 0,1 0 0,1 0 0,2 0 0,2 0 0,1 0 0,0-1 0,-3 1 0,-3-1 0,-3 0 0,-3 1 0,-10 0 0,0 0 0,-5 0 0,6 0 0,4 0 0,11 0 0,-1 0 0,8 0 0,-1 0 0,7 0 0,7 0 0,6 0 0,0 0 0,-2 0 0,-6 0 0,-8-1 0,-5 0 0,-6 0 0,-3-1 0,-2 0 0,-2-1 0,0 0 0,0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53.006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18 24575,'35'0'0,"21"0"0,29 0 0,-35 0 0,1 0 0,44 0 0,-14 0 0,-19 0 0,-14 0 0,-12 0 0,-10 0 0,-12 0 0,-5 0 0,-4 0 0,0 0 0,0 0 0,0 0 0,7 0 0,9 0 0,11 0 0,11-2 0,1-2 0,-5 1 0,-10 0 0,-8 2 0,-4 1 0,3 0 0,5 0 0,5 0 0,3 0 0,-1 0 0,-7 0 0,-6 0 0,-7 0 0,-3 0 0,-2 0 0,-2 0 0,0 0 0,5 0 0,7 0 0,9 0 0,11 0 0,7-1 0,-1 0 0,-6 0 0,-10 0 0,-11 0 0,-6 1 0,-2 0 0,4 0 0,10 0 0,19 0 0,14 0 0,11 0 0,4 2 0,-10 0 0,-11 1 0,-16 1 0,-15-2 0,-9-1 0,-5 0 0,-1 1 0,-1 0 0,-2 0 0,-2 0 0,-2 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4:42:56.757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1 24575,'13'0'0,"-2"0"0,-2 0 0,0 0 0,2 0 0,0 0 0,-1 0 0,-2 0 0,-1 0 0,-2 0 0,0 0 0,-1 0 0,0 0 0,0 0 0,0 0 0,3 0 0,2 0 0,6 0 0,8 0 0,6 0 0,2 0 0,-4 0 0,-8 0 0,-7 0 0,-7 0 0,-1 0 0,-1 0 0,-1 0 0,2 0 0,-2 0 0,2 0 0,-2 1 0,1 0 0,0 0 0,1-1 0,-2 1 0,1-1 0,-1 1 0,1-1 0,1 0 0,0 0 0,1 0 0,0 0 0,1 0 0,-2 0 0,1 0 0,-2 1 0,0-1 0,0 1 0,-1-1 0,1 0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19.791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0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21.909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25.242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21 24575,'21'0'0,"-1"0"0,-3 0 0,-3 0 0,-4 0 0,-4 0 0,0 0 0,-3 0 0,1 0 0,1 0 0,3 0 0,3 0 0,1 0 0,-1 0 0,-5 0 0,0 0 0,-2 0 0,-1 0 0,0 0 0,0 0 0,-1 0 0,4 0 0,4 0 0,6 0 0,3 0 0,-2 0 0,-5 0 0,-5 0 0,-2 0 0,-1 0 0,1 0 0,6 0 0,6 0 0,8 1 0,3 0 0,-5 2 0,-7 0 0,-6 0 0,-4-1 0,-2 1 0,-2-2 0,0 1 0,4-1 0,2-1 0,2 0 0,2 0 0,-3 0 0,-2 0 0,-2 0 0,-1 0 0,3 0 0,5 0 0,3 0 0,3-1 0,-1-1 0,-2-1 0,-3 1 0,-3 0 0,-3 0 0,-2 1 0,-1-1 0,3-1 0,9-1 0,8-2 0,4 1 0,-2 1 0,-7 2 0,-8 1 0,-5 1 0,0 0 0,4 0 0,6 0 0,5 0 0,2 0 0,-4 0 0,-6 0 0,-4 0 0,0 0 0,5 0 0,6 1 0,7 1 0,0 1 0,-2 1 0,-5-1 0,-6 0 0,-5 0 0,-2-1 0,4 0 0,7 0 0,6 1 0,3-1 0,-4 0 0,-6 0 0,-5-2 0,-5 1 0,-2 1 0,-2-1 0,3 0 0,4-1 0,5 0 0,1 0 0,-1 0 0,-4 0 0,-4 0 0,-2 0 0,-1 0 0,1 0 0,5 0 0,5 0 0,4 0 0,-1 0 0,-4 0 0,-5 0 0,-2 0 0,0-3 0,6-2 0,5-4 0,2 1 0,-1 1 0,-7 4 0,-4 2 0,-3 0 0,-1 1 0,-1 0 0,1 1 0,-1-1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27.575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0 24575,'14'0'0,"2"0"0,2 0 0,3 0 0,-4 0 0,-1 0 0,-3 0 0,-3 0 0,-4 0 0,-2 0 0,0 0 0,1 0 0,5 0 0,7 0 0,4 0 0,2 1 0,-1 0 0,-4 1 0,-3-1 0,-4 0 0,-2 1 0,-2-1 0,-2 0 0,2 0 0,5-1 0,5 0 0,4 0 0,0 0 0,-3 0 0,-2 0 0,-4 0 0,-2 0 0,-3 0 0,-3 0 0,1 0 0,2 0 0,5 0 0,4 0 0,1 0 0,-1 0 0,-6 0 0,-2 0 0,-5 0 0,2 0 0,4 0 0,7 0 0,7 0 0,3 0 0,-3 0 0,-4 0 0,-5 0 0,-4 0 0,-3 0 0,-3 0 0,0 0 0,0 0 0,4 0 0,4 0 0,2 0 0,-1 0 0,-4 0 0,-4 0 0,-3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35.525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52 24575,'9'0'0,"5"1"0,2 1 0,1 1 0,0 1 0,-6-2 0,1 0 0,5 1 0,1 0 0,2-1 0,-4 0 0,-4-1 0,-5-1 0,-2 1 0,-1 0 0,1 0 0,4 1 0,6-1 0,1-1 0,2 0 0,-4 0 0,-4 1 0,-3-1 0,-3 1 0,2 0 0,5-1 0,9-1 0,9-3 0,6-4 0,0-3 0,-4 0 0,-7 2 0,-5 3 0,-4 2 0,-5 1 0,-4 1 0,-1 1 0,-1 0 0,2 0 0,3 1 0,0 0 0,0 0 0,-3 0 0,-5 0 0,-10 0 0,-3 0 0,-9 0 0,-5-2 0,-6 0 0,-4-1 0,1 1 0,6 2 0,4 0 0,3 0 0,2 0 0,4 0 0,4 0 0,3 0 0,4 0 0,1 0 0,-3 0 0,-2 1 0,-2 1 0,0 0 0,1 1 0,5-2 0,18-4 0,8-1 0,16-3 0,4 2 0,1 3 0,-1 2 0,-5 0 0,-8 0 0,-8 0 0,-6 0 0,-5 0 0,-3 0 0,-1 0 0,3 0 0,5 0 0,6 0 0,4 0 0,1 0 0,-2 0 0,-4 0 0,-4 0 0,-4 0 0,-2 0 0,-3 0 0,-1 0 0,-2 0 0,1 0 0,0 1 0,1 0 0,3 0 0,5 0 0,3 0 0,1 0 0,-3-1 0,-3 1 0,-3 1 0,0 0 0,2 2 0,0-1 0,1 1 0,-1 0 0,-2-2 0,-2-1 0,-1 0 0,0 0 0,2 1 0,2-2 0,3 2 0,0-1 0,-1 0 0,-3-1 0,-1 1 0,0-1 0,2 0 0,5 0 0,1 0 0,1 0 0,-4 0 0,-2 0 0,-2 0 0,2 0 0,4 0 0,3 0 0,1 0 0,-1 0 0,-2 0 0,-1 0 0,-1 0 0,0 0 0,0 0 0,-1 1 0,-2 1 0,0-1 0,-3 0 0,0 1 0,3 0 0,3 1 0,4 2 0,2 0 0,-2-2 0,-5-1 0,-1 0 0,3-1 0,5 0 0,7 0 0,4-1 0,-1 0 0,-3 0 0,-5 0 0,-5 0 0,-2 0 0,-4 0 0,-1 0 0,-3 0 0,0 0 0,-1 0 0,1 0 0,3 0 0,9-1 0,5-1 0,0 0 0,-5 1 0,-8 0 0,-3 1 0,1 0 0,6 0 0,6 0 0,4 0 0,-1 0 0,-4 0 0,-6 0 0,-4 0 0,-1 0 0,6 0 0,6 0 0,7 0 0,5 0 0,-4 0 0,-5 0 0,-7 0 0,-5 0 0,-4 0 0,2 0 0,6 0 0,5 0 0,5 0 0,-1 0 0,-6 0 0,-6 0 0,-4 0 0,-3 0 0,0 0 0,2 0 0,4 0 0,4-1 0,4 0 0,-1 0 0,0 0 0,-1 1 0,1-1 0,2 0 0,2-1 0,-2 1 0,-3 0 0,-3 0 0,-5 0 0,-2 1 0,-2 0 0,0 0 0,3-1 0,4-1 0,2 0 0,1-1 0,-3 1 0,-4 0 0,-2 1 0,0 0 0,1 0 0,4-1 0,1 0 0,1 0 0,-2 1 0,-4-1 0,-3 1 0,2-1 0,4 1 0,10-2 0,8-2 0,3-2 0,-5 2 0,-7 2 0,-8 1 0,-3 2 0,-1 0 0,1 0 0,1 0 0,2 0 0,0 1 0,0 0 0,0 2 0,0 1 0,0 1 0,0 0 0,-3-1 0,-2-1 0,0 1 0,2 1 0,2 2 0,1-1 0,-1-1 0,-1-1 0,-1-2 0,0 2 0,2-1 0,-1 0 0,0-1 0,-2-1 0,-2-1 0,-2 1 0,0 0 0,0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42.994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102 48 24575,'24'0'0,"15"0"0,12 0 0,2 0 0,-15-1 0,-17 0 0,-15-1 0,-6 0 0,-8-1 0,1 0 0,-4 0 0,2 1 0,1 1 0,1 1 0,0 0 0,1 0 0,1 0 0,-2 0 0,-7 0 0,-10 0 0,-15 0 0,-10 0 0,1 0 0,7 0 0,15 0 0,13 0 0,9 0 0,19 0 0,4 0 0,24 0 0,9-1 0,20 0 0,15-1 0,1 2 0,-2 0 0,-11 0 0,-14 0 0,-9 1 0,-13 1 0,-11 0 0,-8 1 0,-6-1 0,-6-1 0,-2-1 0,-2 0 0,-1 0 0,-1 1 0,1 0 0,3-1 0,11 1 0,16-1 0,20 0 0,10 0 0,-3 0 0,-15 0 0,-19 0 0,-13 0 0,-7 1 0,-2 0 0,-2 1 0,-1 0 0,0 0 0,4 0 0,6-1 0,10-1 0,6 0 0,-1 0 0,-6 0 0,-7 0 0,-1 0 0,4 0 0,3 0 0,2 0 0,-2 0 0,-6 0 0,-5 0 0,8 0 0,18 0 0,25 0 0,22 0 0,0 0 0,-15 0 0,-25 0 0,-20 0 0,-11 0 0,-5 0 0,-1 0 0,-1 0 0,9 0 0,17 3 0,17 2 0,10 5 0,-6 2 0,-17-2 0,-13-3 0,-10-4 0,-6-2 0,-1-1 0,0 0 0,-1 0 0,2 0 0,2 0 0,8 0 0,6 0 0,6 0 0,-3 0 0,-5 0 0,-8 0 0,-4 0 0,6-1 0,7-2 0,8-3 0,1-2 0,-7 2 0,-8 1 0,-7 3 0,-6 1 0,-9 1 0,0-1 0,-5 0 0,4 1 0,0-1 0,0 1 0,-2 0 0,-1 0 0,-3 0 0,2 0 0,2 0 0,4 0 0,-3 1 0,-9 0 0,-14-2 0,-11-2 0,0-3 0,9-1 0,16 2 0,10 2 0,6 1 0,3 0 0,15 1 0,15 0 0,21 1 0,8 0 0,15 6 0,5 7 0,5 10 0,-1 5 0,-18-1 0,-17-7 0,-18-7 0,-12-5 0,-7-3 0,-4-3 0,-2-1 0,0-1 0,4 0 0,7-1 0,5-1 0,0-2 0,-3-1 0,-7 2 0,-8 1 0,-9 1 0,-15-3 0,-11-3 0,-5-1 0,7 0 0,10 4 0,9 2 0,3-1 0,-4-3 0,-8-3 0,-6-1 0,2 0 0,6 3 0,8 2 0,7-1 0,1-2 0,1-3 0,0-2 0,1 1 0,13 3 0,14 3 0,23 1 0,11 0 0,-4 2 0,-13 0 0,-19 2 0,-10 1 0,-7 0 0,-4 0 0,3 0 0,4 0 0,5 0 0,1 0 0,-3 0 0,-3 0 0,-5 2 0,-3 0 0,-9 2 0,-18 5 0,-25 2 0,-18 2 0,-4 0 0,12-3 0,22-4 0,21-3 0,23-2 0,13-1 0,3 0 0,-4 0 0,-7 0 0,1 0 0,7 0 0,5 0 0,2-1 0,-6 0 0,-1 0 0,7 0 0,19 8 0,29 11 0,21 10 0,-44-11 0,0 1 0,41 14 0,-27-10 0,-24-8 0,-20-7 0,-11-4 0,-7-3 0,-13-4 0,5 3 0,-6-4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46.174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4 24575,'15'0'0,"7"0"0,7 0 0,6 0 0,1 0 0,-1 0 0,3 0 0,2 0 0,2 0 0,-1 0 0,-7 0 0,-8 0 0,-9 0 0,-2 0 0,5 0 0,9 0 0,9 0 0,5 0 0,-4 0 0,-7 0 0,-8 0 0,-9 0 0,-5 0 0,-3 0 0,0 0 0,6 0 0,13 0 0,11 0 0,3 0 0,-6 0 0,-12 0 0,-9 0 0,-5 0 0,1 0 0,5 0 0,4 0 0,2 0 0,-3 0 0,-5 0 0,-5 0 0,-2 0 0,-2 0 0,3 0 0,6 0 0,8 0 0,7 0 0,-2 0 0,-5 0 0,-6 0 0,-6 0 0,-1 0 0,6 0 0,6 0 0,7 0 0,0 0 0,-7 0 0,-5 0 0,-6 0 0,2 0 0,4 0 0,4 0 0,2 0 0,-4 1 0,-5 0 0,-3 0 0,-4-1 0,-1 0 0,-1 0 0,10 0 0,14 0 0,19 0 0,10 0 0,-4 0 0,-13 0 0,-16 0 0,-12 0 0,-12-3 0,-5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51.760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0 111 24575,'42'0'0,"0"0"0,4 0 0,-4 0 0,-7 0 0,3 0 0,-2 0 0,-4 0 0,-3 0 0,-12 0 0,-6 0 0,-4 0 0,-2 0 0,-2 0 0,0 0 0,4 0 0,8 0 0,10 0 0,11 0 0,7 0 0,-1 0 0,-5 0 0,-5 0 0,-9 0 0,-5 0 0,-6 0 0,-4 0 0,-2 0 0,-2 0 0,-1 0 0,5 0 0,6 0 0,9 0 0,4 0 0,-1 0 0,-5 0 0,-8 0 0,-4 0 0,-3 0 0,-1 0 0,-1 0 0,1 0 0,7 0 0,7 0 0,9 0 0,1 0 0,-4-2 0,-7-1 0,-7 1 0,-5-1 0,-2 2 0,-1 0 0,-1-1 0,1 0 0,7-3 0,9 0 0,12-2 0,4-1 0,-3 2 0,-8 1 0,-10 2 0,-6 2 0,-2 0 0,5 1 0,8 0 0,9 0 0,8 0 0,-2 0 0,-8 0 0,-8 0 0,-9 0 0,-5 1 0,-2 0 0,-1 2 0,2-1 0,6 2 0,8 0 0,8 2 0,1 0 0,-6-1 0,-9-1 0,-8-1 0,-2-1 0,-4 1 0,-2-2 0,-8 0 0,-16-1 0,-25 0 0,-21 0 0,-13-1 0,7-1 0,21 0 0,21 1 0,19 0 0,12 0 0,5 1 0,2-1 0,7 1 0,2 0 0,8 0 0,7 0 0,10 0 0,10 1 0,4 2 0,-2 1 0,-6 2 0,-11 1 0,-6-2 0,0 0 0,5 1 0,8-2 0,9-1 0,3-1 0,-1-2 0,-6 0 0,-7 0 0,-8 0 0,-7 0 0,-4 0 0,-5 0 0,-1 0 0,-1 0 0,3 0 0,3-2 0,5-2 0,4-2 0,2-1 0,3-1 0,-1 0 0,0 0 0,-2 2 0,0 2 0,-4 2 0,-5 1 0,-4 1 0,-4 0 0,-2 0 0,-1 0 0,1 2 0,3 0 0,3 2 0,1-1 0,-2-1 0,-2-1 0,-2-1 0,3 0 0,6 0 0,11 0 0,13 0 0,6-1 0,2-2 0,-5-2 0,-8-1 0,-9-1 0,-5 1 0,1 1 0,4-1 0,7-3 0,4 0 0,-1 0 0,-6 1 0,-9 3 0,-7 0 0,-7 2 0,-3 0 0,-4 1 0,-6 1 0,4 0 0,-4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1:56.376"/>
    </inkml:context>
    <inkml:brush xml:id="br0">
      <inkml:brushProperty name="width" value="0.1" units="cm"/>
      <inkml:brushProperty name="height" value="0.1" units="cm"/>
      <inkml:brushProperty name="color" value="#549A9A"/>
    </inkml:brush>
  </inkml:definitions>
  <inkml:trace contextRef="#ctx0" brushRef="#br0">1 80 24575,'19'-2'0,"7"1"0,3 1 0,-4 0 0,-8 0 0,-11 0 0,-1 0 0,3 0 0,9 0 0,10 0 0,6 0 0,-1 0 0,-6 0 0,-8 0 0,-6 0 0,-5 0 0,-2 0 0,4 0 0,6 0 0,7 0 0,2 0 0,-1 0 0,-2 0 0,-1 0 0,-1 0 0,-1 0 0,1 0 0,-1 0 0,-2 0 0,-4 0 0,-2 0 0,-3 0 0,3 0 0,5 0 0,6 0 0,5 0 0,0 0 0,-3 0 0,-5 0 0,-2 0 0,-1 0 0,1 0 0,3 0 0,4 0 0,5 0 0,1 0 0,1 0 0,0 0 0,-2-1 0,-4-1 0,-5-1 0,-6 0 0,-4 1 0,-2 2 0,-3 0 0,0 0 0,3 0 0,3 0 0,5 0 0,6 0 0,-1 0 0,-3 0 0,-6 0 0,-7 0 0,-1 0 0,0 0 0,1 0 0,2 0 0,2 0 0,2 0 0,-1 0 0,-1 0 0,-3 0 0,0-1 0,2-1 0,3 1 0,1-2 0,-1 1 0,-2 1 0,-3 0 0,-1 1 0,2 0 0,2-3 0,4-1 0,2 1 0,-3 0 0,-2 1 0,-3 1 0,-2 1 0,1-1 0,-1 1 0,1 0 0,-1 0 0,1 0 0,-1 0 0,0 0 0,0 0 0,1 0 0,0 0 0,0 0 0,-2 0 0,1 0 0,0 0 0,-1 0 0,-1-2 0,-6-4 0,-6-7 0,3 6 0,-1-3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15.237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23.870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1 139 24575,'10'0'0,"6"0"0,1 0 0,5 0 0,-1 0 0,-2 0 0,-3 0 0,-1 0 0,-1 0 0,-1 0 0,-1 0 0,-2 1 0,-2 0 0,-2 0 0,-1 1 0,-2-1 0,0 0 0,4 1 0,4 0 0,5 1 0,4 0 0,-1-1 0,-2-1 0,-3 0 0,-5-1 0,-2 0 0,-3 0 0,0 0 0,-1 0 0,0 0 0,4 0 0,4 0 0,6 0 0,1 0 0,-3 0 0,-4 0 0,-4 0 0,-3 0 0,1 0 0,5 0 0,10 0 0,8 0 0,4 0 0,-5 0 0,-8 0 0,-7 0 0,-5 0 0,-2 0 0,-1 0 0,2 0 0,8-2 0,7 0 0,5-3 0,-1 0 0,-7 2 0,-5 0 0,-5 3 0,-4 0 0,1 0 0,3 0 0,8-1 0,8-1 0,6-2 0,-2 0 0,-7 0 0,-8 1 0,-5 2 0,-2 0 0,2 0 0,7 0 0,10-1 0,7-1 0,3 0 0,-3 1 0,-3 1 0,-5 1 0,-3 0 0,0 0 0,0 0 0,2 0 0,2 0 0,4 0 0,4 0 0,2 0 0,2 2 0,-3 1 0,-5 2 0,-8 1 0,-7-2 0,-5-1 0,-4 0 0,-2 0 0,-4-1 0,-6 0 0,-13-2 0,-19 0 0,-16 0 0,-13 0 0,-2 0 0,12 0 0,13 0 0,17 0 0,13 0 0,6 0 0,5 0 0,-3 0 0,-9 0 0,-17 0 0,-17 0 0,-15 0 0,-4 0 0,12 0 0,16 0 0,20 0 0,14-2 0,8 1 0,11-1 0,13 2 0,16 0 0,14 0 0,10 0 0,4 3 0,0 2 0,-1 4 0,-3 2 0,-2 0 0,-5 0 0,-4-1 0,-4 0 0,-5 0 0,-1 1 0,4 0 0,4 0 0,5-1 0,-2-3 0,-6-3 0,-9-1 0,-9-2 0,-7-1 0,-7 0 0,-5 0 0,-6 0 0,-5 0 0,-9-3 0,-38-21 0,-24-13 0,-19-7 0,-2 3 0,28 19 0,14 10 0,18 7 0,14 3 0,11 1 0,6 0 0,12 1 0,13 0 0,31 6 0,25 8 0,15 4 0,-46-7 0,0-1 0,35 7 0,-13-4 0,-15-1 0,-18-4 0,-14-2 0,-11-2 0,-8-1 0,-4-1 0,-11-1 0,-12-1 0,-21-2 0,-13-4 0,-8-2 0,4 0 0,15 4 0,15 2 0,16 1 0,9 0 0,7-1 0,12 0 0,23-2 0,29-2 0,27-2 0,-38 3 0,1-1 0,3 0 0,1 0 0,0 1 0,-1 0 0,0 0 0,-1 1 0,-4 1 0,-2 1 0,45-1 0,-13 2 0,-18 1 0,-17 1 0,-19 0 0,-16 1 0,-9 1 0,-3-1 0,-3 1 0,-5-1 0,-15 0 0,-32-1 0,-46-1 0,29-1 0,-5 0 0,-7-2 0,-2 0 0,4 0 0,3-1 0,9 0 0,4 1 0,-32-2 0,27 4 0,26 0 0,20 1 0,14-1 0,13 0 0,18 1 0,28 0 0,34 0 0,-29 0 0,3 0 0,3 0 0,-1 0 0,-1-1 0,-2-1 0,-5-1 0,-3 0 0,34-6 0,-14-2 0,-15 1 0,-10 1 0,-7 1 0,-3 0 0,0 0 0,-2 0 0,-2 4 0,-2 1 0,2 8 0,3 9 0,2 9 0,-3 4 0,-8-3 0,-10-6 0,-7-6 0,-6-3 0,-4-3 0,-10 1 0,-27 3 0,-37 4 0,20-6 0,-3-1 0,-6 0 0,0-2 0,0-2 0,2-1 0,3-1 0,2 0 0,6-1 0,2-1 0,-45-2 0,11-5 0,17-3 0,11-2 0,15 1 0,14 4 0,12 3 0,8 1 0,13 3 0,18 0 0,26 4 0,30 9 0,-19 1 0,4 2 0,8 3 0,1 0 0,1 1 0,-1 0 0,-5-3 0,-3 0 0,-16-5 0,-2-2 0,36 5 0,-15-6 0,-13-5 0,-11-2 0,-6-1 0,-2 0 0,-2 0 0,-2 0 0,-6 0 0,-3 0 0,-3 0 0,0 0 0,-3 0 0,-4 0 0,-5 0 0,-4 0 0,-4 0 0,-9-2 0,-8-2 0,-15-7 0,-18-7 0,-14-7 0,-4 0 0,7 3 0,20 8 0,16 5 0,13 3 0,8 2 0,3 2 0,1 0 0,4-1 0,8-1 0,8-6 0,10-4 0,11-4 0,6-3 0,3-1 0,1 1 0,-8 3 0,-9 6 0,-11 5 0,-11 4 0,-6 2 0,-6 0 0,-18 4 0,-8 3 0,-20 8 0,-3 6 0,-1 3 0,8-3 0,14-6 0,13-6 0,11-5 0,9-2 0,10-1 0,10 0 0,11 0 0,7 0 0,0 0 0,-3 0 0,-4 1 0,-5 1 0,-5 0 0,-8 0 0,-7-1 0,-6-1 0,-4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29.460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67 24575,'19'0'0,"7"0"0,11 0 0,3 0 0,1 0 0,-5 0 0,-8 0 0,-7 0 0,-7 0 0,-1 0 0,4 0 0,9 0 0,9 0 0,8 0 0,3 0 0,-1 0 0,-2 0 0,-4 0 0,-1 1 0,0 1 0,3 2 0,3 4 0,3 0 0,1 2 0,3 0 0,6 2 0,3 0 0,1 0 0,-5 0 0,-11-3 0,-13-3 0,-13-2 0,-9-3 0,-5 0 0,-1 0 0,-1-1 0,1 0 0,3 0 0,3-1 0,1-1 0,-1-2 0,-4 0 0,-4 1 0,-8-3 0,-15-7 0,-15-8 0,-12-8 0,-2 0 0,10 8 0,14 8 0,11 6 0,7 5 0,4 2 0,-4 0 0,-7 3 0,-7 1 0,-4 1 0,3 0 0,6-3 0,8-1 0,6-1 0,12 0 0,5 0 0,16-2 0,-2-1 0,-2-1 0,-8 1 0,-9 1 0,7 1 0,16 1 0,21 0 0,15-1 0,7-4 0,-2-1 0,-10 0 0,-13 1 0,-17 2 0,-15 2 0,-8 0 0,-4 0 0,-1 0 0,2 1 0,8 0 0,7 0 0,8 0 0,2 0 0,0 0 0,-2 0 0,-6 0 0,-7 1 0,-4 0 0,-6 0 0,-2 0 0,-3 0 0,0 0 0,-15 2 0,-8-1 0,-29 3 0,-10 0 0,-6 2 0,7 0 0,12 0 0,1 2 0,-3 0 0,-6 2 0,0-2 0,12-2 0,13-3 0,16-3 0,9-1 0,6 0 0,9-1 0,18 0 0,23-1 0,16 2 0,7-1 0,-2-2 0,-3-2 0,-3-2 0,-4 0 0,-5 2 0,-8 1 0,-5 1 0,-4-1 0,-4 1 0,1 1 0,-2 1 0,1 1 0,-1 0 0,0 0 0,-3 0 0,-5 0 0,-6 0 0,-4 0 0,0 0 0,3 0 0,5 0 0,5 0 0,3 0 0,6 0 0,4 0 0,2 0 0,2 0 0,-3 0 0,-4 0 0,-4-1 0,0-1 0,-1-2 0,3 0 0,0 0 0,-4 2 0,-3 1 0,-4 1 0,0 0 0,-1 0 0,2 0 0,-1 0 0,2 2 0,1 0 0,-2 0 0,-2 1 0,-1-2 0,-1 0 0,0-1 0,-1 0 0,1 0 0,0 0 0,1 0 0,3 0 0,-2-1 0,-5 0 0,-5-1 0,-7 1 0,-2-1 0,-4 1 0,-15 0 0,-16 4 0,-37 5 0,-19 5 0,35-5 0,-1 0 0,-4 0 0,2-1 0,-45 6 0,5-1 0,7-4 0,7-2 0,3-4 0,7-3 0,13-1 0,18-1 0,14-1 0,12 0 0,5 1 0,4 0 0,2 0 0,2-1 0,4 1 0,7 0 0,19 1 0,23 1 0,25 1 0,13 0 0,3 1 0,-4 2 0,-8 1 0,-5 1 0,-11-1 0,-9-2 0,-9 0 0,-3-1 0,-1-1 0,2 0 0,14 0 0,8 0 0,13 0 0,1 0 0,-6-1 0,-8-2 0,-18 0 0,-16-1 0,-16 1 0,-10 0 0,-5 1 0,-1-1 0,3-1 0,4-2 0,0 0 0,0 1 0,-5 2 0,-3 1 0,-12 1 0,-2 1 0,-18 0 0,-22-4 0,-20-3 0,-6-2 0,9-1 0,27 5 0,17 3 0,10 2 0,6 0 0,2 1 0,0-1 0,-1 3 0,-3 1 0,-5 2 0,-4 2 0,-1-2 0,3-2 0,6-2 0,5-1 0,6-2 0,3-3 0,0 2 0,0-2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32.303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15 24575,'30'0'0,"2"0"0,5 0 0,-1 0 0,-3 0 0,-8 0 0,-9 0 0,-5 0 0,-3 0 0,7 0 0,10 0 0,14 0 0,11 0 0,1 0 0,-8 0 0,-13 0 0,-13 0 0,-9 0 0,-2 0 0,2 0 0,8-1 0,11-1 0,11-1 0,0-1 0,-5 1 0,-12 2 0,-10 1 0,-5 0 0,-2 0 0,-2 0 0,1 0 0,1 0 0,-1 0 0,5 0 0,4 0 0,3 0 0,2 0 0,-1 0 0,-4 1 0,-5 0 0,-3 1 0,-2 0 0,-1 0 0,0 1 0,2-2 0,0 1 0,0-2 0,0 0 0,0 0 0,1 0 0,0 0 0,-1 0 0,0 0 0,0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39.937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51 24575,'22'0'0,"7"-2"0,6-2 0,4-2 0,-7 0 0,-9 2 0,-7 2 0,-7 1 0,0 1 0,2 0 0,5 0 0,7-1 0,2 0 0,1 0 0,-5 0 0,-5 1 0,-5 0 0,-4 0 0,-2 0 0,0 0 0,0 0 0,4 0 0,6 0 0,8 0 0,4 0 0,1 0 0,-4 0 0,-5 0 0,-4 0 0,-3 0 0,0 0 0,-2 0 0,2 0 0,0 0 0,-1 0 0,-1 0 0,-1 0 0,-2 0 0,-1 0 0,-1 0 0,-1 0 0,0 0 0,3 2 0,3 1 0,3-1 0,-1 1 0,0-1 0,-2 1 0,0 0 0,0 1 0,0-1 0,0 0 0,0 0 0,1-1 0,-1 1 0,0-1 0,1 2 0,0-1 0,1 0 0,-1 1 0,-1-2 0,-2-1 0,-1 0 0,-3 0 0,2 0 0,3 0 0,6-1 0,2 0 0,0 0 0,-4 0 0,-5 0 0,-3 0 0,0 0 0,1 0 0,6 0 0,3 0 0,2 0 0,-1 0 0,-3 0 0,-3 0 0,-3 0 0,-1 0 0,-3 0 0,0 0 0,0 0 0,2 0 0,4 0 0,6 0 0,3 0 0,0 0 0,-4 0 0,-5 0 0,-1 0 0,0 0 0,3 0 0,3 0 0,2 0 0,0 0 0,-2 0 0,-3 0 0,-3 0 0,-2 0 0,-2 0 0,1 0 0,3 0 0,3 0 0,2 0 0,0 0 0,-5 0 0,-2 0 0,-1 0 0,2-1 0,4 0 0,4 0 0,3-1 0,-1 1 0,-1 0 0,2-1 0,1-1 0,2 0 0,3 1 0,-2 1 0,1 0 0,2 1 0,1-1 0,6-1 0,5-3 0,4-2 0,1-3 0,-2 0 0,-4 0 0,-4 3 0,-6 2 0,-7 2 0,-6 2 0,-4 1 0,-3 0 0,0 0 0,2 0 0,2 0 0,2 1 0,3 1 0,0 2 0,1 1 0,-1-2 0,-2 1 0,-4-1 0,-2 0 0,-1-1 0,-2 0 0,0 0 0,5 1 0,3 0 0,4 1 0,2 0 0,-1-1 0,-1 1 0,0 0 0,1 0 0,3 1 0,3 2 0,4-1 0,4 1 0,0-3 0,1-1 0,-4-1 0,-4-1 0,-6 0 0,-6-1 0,-5 0 0,-4-1 0,-2-1 0,-1-4 0,5-1 0,8-5 0,6 0 0,5 1 0,1 2 0,-3 3 0,-2 3 0,-3 2 0,-3 1 0,-2 0 0,-4 0 0,-3 0 0,-3-1 0,-2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45.440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20 24575,'19'0'0,"0"0"0,-5 0 0,-2 0 0,-3 0 0,-3 0 0,0 0 0,1 0 0,6 0 0,7 0 0,5 0 0,2 0 0,-2 0 0,-3 0 0,-5 0 0,-4 0 0,-1 0 0,-2 0 0,1 0 0,1 0 0,2 0 0,2 0 0,4-1 0,3-2 0,0 0 0,-3 1 0,-4 0 0,-3 2 0,-3 0 0,-2 0 0,0 0 0,1 0 0,0 0 0,0 0 0,1 0 0,1 0 0,1 0 0,0 0 0,1 0 0,-2 2 0,0 0 0,0 0 0,1 1 0,0-2 0,2 1 0,1 0 0,-1-1 0,1 1 0,-1-1 0,-2 0 0,0-1 0,0 0 0,-2 0 0,0 0 0,-2 0 0,0 0 0,0 0 0,1 0 0,2 0 0,0 0 0,2 0 0,-3 0 0,-1 0 0,-4 0 0,-1 0 0,3 0 0,6-1 0,10-1 0,12-3 0,5-1 0,2 0 0,-4 2 0,-6 2 0,-9 1 0,-7 1 0,-6 0 0,-3 0 0,-3 0 0,0 0 0,0 0 0,6 0 0,6 0 0,6 0 0,3 0 0,-5 0 0,-6 0 0,-5 0 0,-4 0 0,-2 0 0,1 0 0,4 0 0,8 2 0,7 0 0,5 1 0,2 0 0,-2 0 0,-5 0 0,-5 0 0,-2 0 0,0 0 0,1 1 0,1 1 0,1-1 0,-1 0 0,-2-2 0,-1 0 0,-2 0 0,-2-2 0,-1 0 0,-1 0 0,2 0 0,5 0 0,5 0 0,7 0 0,3 0 0,1 0 0,-3 0 0,-5 0 0,-2 0 0,-1 0 0,1 0 0,5 0 0,5 0 0,5 0 0,0-1 0,-3-1 0,-8 0 0,-9 1 0,-6-1 0,-5 0 0,-2-1 0,0 1 0,-1 1 0,2 1 0,6 0 0,10 0 0,10 0 0,6 0 0,-2 0 0,-7 0 0,-6 0 0,-6 0 0,-2 1 0,1 0 0,2 1 0,2 0 0,2-1 0,1 1 0,-2 0 0,-2 0 0,-4 1 0,0 0 0,-1 1 0,2-1 0,1 0 0,1 1 0,1-2 0,-2 0 0,0 0 0,-3-1 0,-4 0 0,-1 0 0,-1-1 0,4 0 0,9 0 0,10-1 0,8-2 0,1-2 0,-5-1 0,-6 2 0,-9 1 0,-5 3 0,-5 0 0,-3 0 0,-1 0 0,1 0 0,4 0 0,8 0 0,9 0 0,2 0 0,0 0 0,-4 0 0,-6 0 0,-2 0 0,-4 0 0,1 0 0,-1 0 0,2 0 0,5 0 0,8-3 0,11 0 0,7-3 0,-2-1 0,-10 2 0,-12 2 0,-9 2 0,-3 1 0,5 0 0,10 0 0,14 0 0,12 1 0,2 3 0,-6 2 0,-12 1 0,-13 0 0,-9-2 0,-7-2 0,-1-1 0,-2-2 0,1 1 0,6 2 0,7 2 0,6 2 0,1-1 0,-5-1 0,-6-3 0,-5-1 0,-1 0 0,3-1 0,8 0 0,9 0 0,5 0 0,0 0 0,-5 0 0,-6 0 0,-5-1 0,-4 1 0,-4-2 0,-2 1 0,2-1 0,5-1 0,10-3 0,12-1 0,6-1 0,0 0 0,-1 0 0,-2 2 0,2 2 0,2 2 0,0 2 0,-4 0 0,-6 1 0,-7 1 0,-5 0 0,1 1 0,1-1 0,3-1 0,-2 0 0,-4-1 0,-5 0 0,-6 0 0,3 2 0,4 2 0,6 3 0,0 3 0,-8-4 0,-6-1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48.842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46 24575,'25'0'0,"5"0"0,6 0 0,4 0 0,14 0 0,2 0 0,2 0 0,3 0 0,-1 0 0,10 1 0,5 2 0,0 2 0,-2 2 0,-3 0 0,-1-3 0,-4-1 0,-4-2 0,-6-1 0,-5 0 0,-5-3 0,-4-4 0,-4-2 0,-6-2 0,-7 1 0,-8 3 0,-5 3 0,-4 1 0,-3 2 0,6 1 0,12 0 0,17-2 0,14-2 0,2-1 0,-10 1 0,-14 1 0,-13 2 0,-12 1 0,-6-1 0,-3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6:56.136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0 113 24575,'22'0'0,"5"0"0,4 0 0,-2 0 0,-2 0 0,-6 0 0,-2 0 0,7 0 0,6-2 0,13-3 0,11-3 0,2-3 0,-1 2 0,-9 1 0,-8 1 0,-7 2 0,-7 0 0,-7 1 0,-3 1 0,5 0 0,13 0 0,16-4 0,11-1 0,4-1 0,-8 2 0,-10 2 0,-13 2 0,-10 3 0,-7 0 0,-5 0 0,-4 0 0,-2 1 0,-1 0 0,-1 1 0,2-1 0,7 3 0,8 3 0,5 0 0,-1-1 0,-6 0 0,-7-1 0,-5-2 0,-5 0 0,-10-1 0,-5 0 0,-18 3 0,-17 7 0,-24 9 0,-17 5 0,-6 4 0,10-3 0,22-8 0,20-4 0,21-9 0,12-2 0,8-3 0,11-1 0,8 0 0,14 0 0,9-2 0,5-3 0,-3-2 0,-11-1 0,-11 2 0,-10 2 0,-6 1 0,-3-1 0,-4-3 0,-4-9 0,-6-12 0,-4-9 0,-1 0 0,4 9 0,6 12 0,4 11 0,2 5 0,1 6 0,-2-2 0,-4 3 0,-8-1 0,-7 4 0,-6 3 0,-1 2 0,3-1 0,8-3 0,8-4 0,6-3 0,5-2 0,5-2 0,9 2 0,20 2 0,21 3 0,24 3 0,8-1 0,-3-3 0,-15-4 0,-20-2 0,-15 0 0,-13 0 0,-7 0 0,-5 0 0,-3 0 0,-1 0 0,-1 0 0,0 0 0,0 0 0,3 0 0,3 0 0,1 0 0,0 0 0,-3 0 0,-3 0 0,1 0 0,4-1 0,9-2 0,6-2 0,2-1 0,-4-1 0,-8 3 0,-5 2 0,-5 2 0,1 0 0,4 0 0,4 0 0,4 0 0,1 0 0,-3 0 0,-1 0 0,-2 0 0,0 0 0,-1 0 0,1 0 0,0 0 0,2 0 0,1 0 0,0 0 0,0 0 0,0 0 0,-1 0 0,0 0 0,0 0 0,3 0 0,2 0 0,3-1 0,0-2 0,1-1 0,-1-1 0,-3-1 0,-5 3 0,-4 0 0,-4 2 0,0 0 0,4 1 0,8 0 0,8 0 0,5-1 0,1-1 0,-4 1 0,-4 1 0,-7 0 0,-6-1 0,-4 0 0,0 1 0,5-1 0,8 1 0,6 0 0,3 0 0,-4 0 0,-7 1 0,-4-1 0,-4 2 0,-1 0 0,-2-1 0,-2-1 0,-2 0 0,-1 0 0,-1 0 0,1 0 0,4 0 0,7 0 0,8 0 0,5 0 0,2 0 0,0 0 0,-4 0 0,-5 0 0,-1 0 0,0 0 0,2-1 0,2-1 0,2 0 0,1 0 0,-1 0 0,0 1 0,-1 0 0,2 0 0,1 1 0,-2 0 0,-3 0 0,-6 0 0,-5 0 0,-5 0 0,0 0 0,-1 0 0,3 0 0,4 0 0,1 0 0,-1 0 0,-2 0 0,-3 0 0,-4 0 0,0 0 0,-1 0 0,3 0 0,3 0 0,5 0 0,3 0 0,-2 0 0,-4 0 0,-3 0 0,-2 0 0,0 0 0,5 0 0,6 0 0,2 0 0,0 0 0,-4 0 0,-6 1 0,-5-1 0,-3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7:02.403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0 24575,'21'0'0,"18"0"0,10 0 0,4 0 0,-2 0 0,-18 0 0,-8 0 0,-6 0 0,-6 0 0,-3 0 0,-3 0 0,-2 0 0,-1 0 0,0 0 0,-2 1 0,1-1 0,-1 1 0,3 0 0,2 0 0,5 1 0,3 0 0,1 0 0,-1 0 0,0 0 0,-1 0 0,1-1 0,-2 0 0,-1 0 0,-2 1 0,-2-1 0,-1-1 0,1 1 0,5-1 0,4 0 0,5 0 0,0 0 0,-1 0 0,-2 0 0,-3 0 0,-4 0 0,-3 0 0,-2 0 0,0 0 0,0 0 0,4 0 0,5 0 0,3 0 0,1 1 0,-3 0 0,-1 0 0,-2 0 0,1-1 0,0 1 0,-1 0 0,1 1 0,1-1 0,3 0 0,3-1 0,2 0 0,0 0 0,-4 0 0,-2 0 0,0 0 0,1 0 0,3 0 0,1 0 0,0 0 0,-1 0 0,-3 0 0,-2 0 0,-2 0 0,-1 0 0,1 0 0,-1 0 0,-1 0 0,-3-1 0,-3 0 0,-2 0 0,-1 1 0,-2 0 0,2 0 0,4 0 0,6 0 0,7 0 0,4-1 0,-1 0 0,-3 0 0,-4 0 0,-5 1 0,-4 0 0,-1 0 0,-1 0 0,4 0 0,7 0 0,5 0 0,2 0 0,-2 0 0,-2 0 0,1 0 0,3 0 0,1 0 0,1 0 0,-2 0 0,-5 0 0,-6 0 0,-5 0 0,-4 0 0,0 0 0,4 0 0,6 0 0,4 0 0,0 0 0,-5 0 0,-6 0 0,-7 0 0,-3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7:06.870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1 109 24575,'13'0'0,"0"0"0,-3 0 0,-1 0 0,3 0 0,1 0 0,5 0 0,2 0 0,1 0 0,-1 0 0,-2 0 0,0 0 0,-2 0 0,-2 0 0,-2 0 0,-4 0 0,-2 0 0,-2 0 0,0 0 0,0-1 0,6 0 0,4-1 0,5-2 0,2 0 0,-1-1 0,-1 2 0,-4 0 0,0 1 0,-3 2 0,0-1 0,0 1 0,-2 0 0,1 0 0,-1 0 0,1 0 0,-1 0 0,2 0 0,2-1 0,2 0 0,1 0 0,-1 0 0,-3 1 0,-4 0 0,-1 0 0,-2 0 0,2 0 0,3 0 0,5 0 0,5 0 0,2 0 0,-2 0 0,-2 0 0,-4 0 0,-3 1 0,-3-1 0,-2 1 0,-2 0 0,-1-1 0,-1 1 0,0 0 0,4 0 0,6-1 0,6 0 0,4 0 0,1 0 0,-1 0 0,-1 0 0,-3 0 0,-1 0 0,-1 0 0,0 0 0,1 0 0,1 0 0,6 0 0,9 0 0,12-1 0,13-1 0,6-2 0,-1-1 0,-9 1 0,-10 2 0,-8 0 0,-6 2 0,-3 0 0,0 0 0,2 0 0,2 0 0,3 0 0,-1 0 0,2 0 0,-1 0 0,-1 1 0,1 0 0,-4 1 0,-3 0 0,-3-1 0,-4 0 0,-3-1 0,-2 0 0,-1 0 0,1 1 0,3 1 0,3 0 0,3 2 0,2 2 0,4 0 0,2 2 0,1 1 0,-2-2 0,-5-1 0,-3-1 0,-3-3 0,0 0 0,2-1 0,5-1 0,4 0 0,3 0 0,3 0 0,1 0 0,-1 0 0,-2 0 0,-4 0 0,-1 0 0,0 0 0,2 0 0,4 0 0,1 0 0,-2 0 0,-5-1 0,-7 0 0,-5-1 0,-1 0 0,1 0 0,1-2 0,1 0 0,-3-1 0,1 1 0,-1 0 0,0 0 0,2 0 0,-2 0 0,-2 1 0,-4 0 0,-4 0 0,-2 2 0,5-1 0,12-2 0,19-5 0,32-8 0,9-1 0,-7 2 0,-14 5 0,-25 7 0,-7 2 0,-3 2 0,-3 0 0,1 2 0,-1 1 0,-2 1 0,-1 0 0,-2 0 0,0 1 0,-2-1 0,-2 1 0,-1 1 0,-1-1 0,-1 0 0,-1 0 0,-2-1 0,-1 0 0,-2-1 0,-2 1 0,-2-2 0,-2 1 0,-2 0 0,-3 0 0,-7 1 0,-20 3 0,-31 2 0,-28 3 0,38-5 0,-2-1 0,2 1 0,2-1 0,-31 6 0,22-4 0,24-3 0,17-4 0,11-1 0,3 0 0,2 0 0,1-1 0,-1 0 0,2-2 0,-1-1 0,2 0 0,0 1 0,0-1 0,1 0 0,3 0 0,4 0 0,8-1 0,12-1 0,13-1 0,14 0 0,6 0 0,-5 3 0,-12 1 0,-14 1 0,-17 1 0,-13 2 0,-7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7:15.554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97 24575,'30'0'0,"3"0"0,10 0 0,1 0 0,-7 0 0,-4 0 0,-11 0 0,-6 0 0,-6 0 0,-4 0 0,-1 0 0,0 2 0,-1-1 0,2 2 0,3 1 0,7 1 0,5 2 0,3-1 0,1-2 0,-2-1 0,-1-1 0,-4-1 0,-4 0 0,-3 0 0,-3 0 0,-1 0 0,-2 0 0,-1 0 0,2-1 0,6 1 0,9-1 0,5-1 0,1-1 0,-5-1 0,-6 0 0,-6 2 0,-3 0 0,-2 1 0,-1 0 0,-1 0 0,3-1 0,7-4 0,12-4 0,12-6 0,7-2 0,-3 1 0,-9 5 0,-13 4 0,-8 4 0,-7 1 0,-4 1 0,-5-1 0,-5-1 0,-5 0 0,-9 0 0,-8 0 0,-9 0 0,-5 2 0,1 0 0,6 1 0,6 0 0,2 0 0,1 0 0,-2 0 0,1 0 0,7 0 0,6 0 0,10 0 0,5 0 0,13 0 0,9 0 0,50 0 0,-17 0 0,5 0 0,12 0 0,3 0 0,6 0 0,-2 0 0,-10 0 0,-3 0 0,-6 0 0,-3 0 0,38 0 0,-16 0 0,-17 0 0,-13 0 0,-13 0 0,-9-1 0,-5-1 0,-6 0 0,-3 1 0,-2 0 0,-2 1 0,1 0 0,3 0 0,4 0 0,1 0 0,-1 0 0,-5 1 0,-7 0 0,-10 0 0,-17 2 0,-23 1 0,-24 0 0,-23 4 0,41-3 0,0 1 0,-1 1 0,1 0 0,-44 7 0,17-4 0,21-4 0,18-4 0,16-2 0,14 0 0,8 0 0,16 0 0,10 0 0,22 0 0,26 5 0,-22-2 0,4 2 0,8 1 0,3 0 0,5 1 0,1-1 0,-5 0 0,-1-2 0,-6 0 0,-2-1 0,39 1 0,-19-3 0,-18 0 0,-16-1 0,-18 0 0,-9 0 0,-2 0 0,4 0 0,9 0 0,6 0 0,3 0 0,-2 0 0,-4 0 0,-4 0 0,-6 0 0,-4 0 0,-6 0 0,-4 0 0,-22-4 0,-14-5 0,-26-6 0,-8-1 0,-5 2 0,7 3 0,9 6 0,14 2 0,10 1 0,7 1 0,6 0 0,2 0 0,-1 1 0,0 0 0,1 0 0,4 0 0,5-1 0,4-1 0,4 0 0,3 1 0,14 0 0,22 0 0,26 1 0,23 0 0,-37 0 0,2 0 0,3 0 0,0 0 0,-1 0 0,-2 0 0,-2 0 0,-3 0 0,36 1 0,-17 3 0,-13 4 0,-11 3 0,-8 3 0,-6 0 0,-3 1 0,-2 0 0,-2-2 0,-1-1 0,-1-2 0,-2-2 0,-6-2 0,-3-3 0,-5-1 0,-24-7 0,-18-15 0,-31-12 0,23 10 0,-2 0 0,-1 1 0,0 2 0,-33-7 0,20 10 0,33 11 0,13 2 0,8 0 0,4 1 0,5-1 0,7 1 0,12 0 0,16 2 0,17-1 0,12 1 0,5 3 0,1 1 0,-8 3 0,-12 2 0,-11 1 0,-10 2 0,-6 2 0,-1 1 0,2 1 0,2 1 0,3 0 0,-2-3 0,-6-4 0,-6-3 0,-7-4 0,-3-1 0,0-2 0,2 0 0,6 0 0,8 0 0,9 0 0,6-1 0,4-2 0,-6-2 0,-10 1 0,-11 1 0,-9 2 0,-29-4 0,-12-5 0,-28-7 0,-7-5 0,-4 3 0,3 5 0,7 7 0,16 5 0,12 1 0,14 1 0,9 0 0,6 0 0,3 0 0,3 0 0,16 0 0,13 0 0,29 1 0,22 7 0,-28-1 0,1 1 0,7 2 0,2 1 0,0 0 0,1-2 0,-3-1 0,-1-2 0,-7-3 0,-2-1 0,30 0 0,-21-1 0,-20 0 0,-15 1 0,-9 1 0,-5-1 0,-4 0 0,-3 1 0,-1-1 0,-13 0 0,-8-4 0,-20-7 0,-16-9 0,-15-7 0,-5-3 0,7 5 0,20 7 0,20 8 0,17 5 0,8 1 0,6 0 0,12 1 0,15 1 0,24-1 0,12 1 0,5 1 0,-4 1 0,-15-1 0,-11 0 0,-11 0 0,-9 0 0,-4 1 0,-2 1 0,0-1 0,2 0 0,2 0 0,1-1 0,2 2 0,-1-2 0,-2 1 0,-4 0 0,-4-1 0,-4 0 0,-2 1 0,0 0 0,4 0 0,8 1 0,5 0 0,5 1 0,0 0 0,-6-1 0,-4-1 0,-5 0 0,-4-1 0,1 0 0,4 0 0,3 0 0,1 0 0,1 0 0,2 7 0,10 39 0,-14-28 0,5 25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7:20.919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0 98 24575,'21'0'0,"9"0"0,11 0 0,7 0 0,2 0 0,-7 0 0,-3 0 0,-5 0 0,-4 0 0,-3 0 0,-4 0 0,-7 0 0,-5 0 0,-4 0 0,-4 0 0,0 0 0,-1 0 0,0 0 0,1 0 0,-1 0 0,0 0 0,2 0 0,5 0 0,10 0 0,11 0 0,10 0 0,4-1 0,1-1 0,3-1 0,0 1 0,2 1 0,0 1 0,-8 0 0,-7 0 0,-8 0 0,-8 0 0,-5 0 0,-5 0 0,-2 0 0,-3 0 0,-1 0 0,1 0 0,5-1 0,16-3 0,18-4 0,20-4 0,9-3 0,-6 1 0,-12 3 0,-18 5 0,-15 4 0,-10 1 0,-5 1 0,-1 0 0,2 0 0,10 0 0,11 0 0,7 0 0,4 0 0,-5 0 0,-5 0 0,-7 0 0,-5 0 0,-2 0 0,-1 0 0,2 2 0,0 0 0,1 2 0,-1 1 0,-2 0 0,0 0 0,-1-1 0,-1 0 0,1 1 0,1 0 0,2 1 0,1 0 0,1 0 0,1 1 0,-2-2 0,-1 0 0,-1 0 0,-3-3 0,-2 1 0,0-2 0,1 1 0,3 0 0,2-2 0,1 1 0,2-1 0,-1 0 0,-1 0 0,-1 0 0,-4 1 0,-3 0 0,-2 0 0,-2-1 0,5 0 0,7 0 0,7-1 0,5-2 0,-2-1 0,-4-1 0,-6 0 0,-6 2 0,-3 1 0,-3 1 0,-1 0 0,1-1 0,9-1 0,17-4 0,14-2 0,14-2 0,1 2 0,-10 4 0,-11 1 0,-16 3 0,-12 1 0,-4 0 0,1 0 0,8 0 0,15 0 0,11 0 0,7 0 0,1 0 0,-4 0 0,-6 0 0,-6 0 0,-6-1 0,-1 0 0,-1-1 0,1-1 0,1-1 0,-3 0 0,-2 0 0,-5 1 0,-4-1 0,-2 2 0,-2 0 0,-2 0 0,-6 1 0,0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3:07:23.121"/>
    </inkml:context>
    <inkml:brush xml:id="br0">
      <inkml:brushProperty name="width" value="0.1" units="cm"/>
      <inkml:brushProperty name="height" value="0.1" units="cm"/>
      <inkml:brushProperty name="color" value="#5E9C9C"/>
    </inkml:brush>
  </inkml:definitions>
  <inkml:trace contextRef="#ctx0" brushRef="#br0">1 0 24575,'9'2'0,"-1"-1"0,-1-1 0,7 0 0,13 0 0,28 0 0,8 0 0,-6 0 0,-18 1 0,-24 0 0,-8 1 0,-4 0 0,-2 1 0,-2 0 0,-1-1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AB4AB-ED55-CB4A-A670-E0F2B95994EE}" type="datetimeFigureOut">
              <a:rPr lang="ru-KZ" smtClean="0"/>
              <a:t>19.01.2026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5865B-E386-B640-996E-8278D2439123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3177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5865B-E386-B640-996E-8278D2439123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86427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5865B-E386-B640-996E-8278D2439123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239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04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72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12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58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710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51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84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04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59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81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1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34" r:id="rId6"/>
    <p:sldLayoutId id="2147483729" r:id="rId7"/>
    <p:sldLayoutId id="2147483730" r:id="rId8"/>
    <p:sldLayoutId id="2147483731" r:id="rId9"/>
    <p:sldLayoutId id="2147483733" r:id="rId10"/>
    <p:sldLayoutId id="2147483732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4.jpe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customXml" Target="../ink/ink18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8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.xml"/><Relationship Id="rId18" Type="http://schemas.openxmlformats.org/officeDocument/2006/relationships/image" Target="../media/image31.png"/><Relationship Id="rId26" Type="http://schemas.openxmlformats.org/officeDocument/2006/relationships/image" Target="../media/image35.png"/><Relationship Id="rId3" Type="http://schemas.openxmlformats.org/officeDocument/2006/relationships/customXml" Target="../ink/ink19.xml"/><Relationship Id="rId21" Type="http://schemas.openxmlformats.org/officeDocument/2006/relationships/customXml" Target="../ink/ink28.xml"/><Relationship Id="rId34" Type="http://schemas.openxmlformats.org/officeDocument/2006/relationships/image" Target="../media/image39.png"/><Relationship Id="rId7" Type="http://schemas.openxmlformats.org/officeDocument/2006/relationships/customXml" Target="../ink/ink21.xml"/><Relationship Id="rId12" Type="http://schemas.openxmlformats.org/officeDocument/2006/relationships/image" Target="../media/image28.png"/><Relationship Id="rId17" Type="http://schemas.openxmlformats.org/officeDocument/2006/relationships/customXml" Target="../ink/ink26.xml"/><Relationship Id="rId25" Type="http://schemas.openxmlformats.org/officeDocument/2006/relationships/customXml" Target="../ink/ink30.xml"/><Relationship Id="rId33" Type="http://schemas.openxmlformats.org/officeDocument/2006/relationships/customXml" Target="../ink/ink34.xml"/><Relationship Id="rId2" Type="http://schemas.openxmlformats.org/officeDocument/2006/relationships/image" Target="../media/image23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29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23.xml"/><Relationship Id="rId24" Type="http://schemas.openxmlformats.org/officeDocument/2006/relationships/image" Target="../media/image34.png"/><Relationship Id="rId32" Type="http://schemas.openxmlformats.org/officeDocument/2006/relationships/image" Target="../media/image38.png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23" Type="http://schemas.openxmlformats.org/officeDocument/2006/relationships/customXml" Target="../ink/ink29.xml"/><Relationship Id="rId28" Type="http://schemas.openxmlformats.org/officeDocument/2006/relationships/image" Target="../media/image36.png"/><Relationship Id="rId10" Type="http://schemas.openxmlformats.org/officeDocument/2006/relationships/image" Target="../media/image27.png"/><Relationship Id="rId19" Type="http://schemas.openxmlformats.org/officeDocument/2006/relationships/customXml" Target="../ink/ink27.xml"/><Relationship Id="rId31" Type="http://schemas.openxmlformats.org/officeDocument/2006/relationships/customXml" Target="../ink/ink33.xml"/><Relationship Id="rId4" Type="http://schemas.openxmlformats.org/officeDocument/2006/relationships/image" Target="../media/image24.png"/><Relationship Id="rId9" Type="http://schemas.openxmlformats.org/officeDocument/2006/relationships/customXml" Target="../ink/ink22.xml"/><Relationship Id="rId14" Type="http://schemas.openxmlformats.org/officeDocument/2006/relationships/image" Target="../media/image29.png"/><Relationship Id="rId22" Type="http://schemas.openxmlformats.org/officeDocument/2006/relationships/image" Target="../media/image33.png"/><Relationship Id="rId27" Type="http://schemas.openxmlformats.org/officeDocument/2006/relationships/customXml" Target="../ink/ink31.xml"/><Relationship Id="rId30" Type="http://schemas.openxmlformats.org/officeDocument/2006/relationships/image" Target="../media/image37.png"/><Relationship Id="rId8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18" Type="http://schemas.openxmlformats.org/officeDocument/2006/relationships/customXml" Target="../ink/ink43.xml"/><Relationship Id="rId26" Type="http://schemas.openxmlformats.org/officeDocument/2006/relationships/customXml" Target="../ink/ink47.xml"/><Relationship Id="rId39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customXml" Target="../ink/ink51.xml"/><Relationship Id="rId42" Type="http://schemas.openxmlformats.org/officeDocument/2006/relationships/customXml" Target="../ink/ink55.xml"/><Relationship Id="rId7" Type="http://schemas.openxmlformats.org/officeDocument/2006/relationships/image" Target="../media/image45.png"/><Relationship Id="rId2" Type="http://schemas.openxmlformats.org/officeDocument/2006/relationships/image" Target="../media/image44.jpeg"/><Relationship Id="rId16" Type="http://schemas.openxmlformats.org/officeDocument/2006/relationships/customXml" Target="../ink/ink42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47.png"/><Relationship Id="rId24" Type="http://schemas.openxmlformats.org/officeDocument/2006/relationships/customXml" Target="../ink/ink46.xml"/><Relationship Id="rId32" Type="http://schemas.openxmlformats.org/officeDocument/2006/relationships/customXml" Target="../ink/ink50.xml"/><Relationship Id="rId37" Type="http://schemas.openxmlformats.org/officeDocument/2006/relationships/image" Target="../media/image60.png"/><Relationship Id="rId40" Type="http://schemas.openxmlformats.org/officeDocument/2006/relationships/customXml" Target="../ink/ink54.xml"/><Relationship Id="rId45" Type="http://schemas.openxmlformats.org/officeDocument/2006/relationships/image" Target="../media/image64.png"/><Relationship Id="rId5" Type="http://schemas.openxmlformats.org/officeDocument/2006/relationships/customXml" Target="../ink/ink36.xml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48.xml"/><Relationship Id="rId36" Type="http://schemas.openxmlformats.org/officeDocument/2006/relationships/customXml" Target="../ink/ink52.xml"/><Relationship Id="rId10" Type="http://schemas.openxmlformats.org/officeDocument/2006/relationships/customXml" Target="../ink/ink39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4" Type="http://schemas.openxmlformats.org/officeDocument/2006/relationships/customXml" Target="../ink/ink56.xml"/><Relationship Id="rId4" Type="http://schemas.openxmlformats.org/officeDocument/2006/relationships/image" Target="../media/image11.png"/><Relationship Id="rId9" Type="http://schemas.openxmlformats.org/officeDocument/2006/relationships/image" Target="../media/image46.png"/><Relationship Id="rId14" Type="http://schemas.openxmlformats.org/officeDocument/2006/relationships/customXml" Target="../ink/ink41.xml"/><Relationship Id="rId22" Type="http://schemas.openxmlformats.org/officeDocument/2006/relationships/customXml" Target="../ink/ink45.xml"/><Relationship Id="rId27" Type="http://schemas.openxmlformats.org/officeDocument/2006/relationships/image" Target="../media/image55.png"/><Relationship Id="rId30" Type="http://schemas.openxmlformats.org/officeDocument/2006/relationships/customXml" Target="../ink/ink49.xml"/><Relationship Id="rId35" Type="http://schemas.openxmlformats.org/officeDocument/2006/relationships/image" Target="../media/image59.png"/><Relationship Id="rId43" Type="http://schemas.openxmlformats.org/officeDocument/2006/relationships/image" Target="../media/image63.png"/><Relationship Id="rId8" Type="http://schemas.openxmlformats.org/officeDocument/2006/relationships/customXml" Target="../ink/ink38.xml"/><Relationship Id="rId3" Type="http://schemas.openxmlformats.org/officeDocument/2006/relationships/customXml" Target="../ink/ink35.xml"/><Relationship Id="rId12" Type="http://schemas.openxmlformats.org/officeDocument/2006/relationships/customXml" Target="../ink/ink40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38" Type="http://schemas.openxmlformats.org/officeDocument/2006/relationships/customXml" Target="../ink/ink53.xml"/><Relationship Id="rId20" Type="http://schemas.openxmlformats.org/officeDocument/2006/relationships/customXml" Target="../ink/ink44.xml"/><Relationship Id="rId41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D207A-5C97-40F9-A51B-5A3BB6000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1B06-48EF-51C7-51DD-291E7F0C7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502" y="4991019"/>
            <a:ext cx="6172200" cy="1502523"/>
          </a:xfrm>
        </p:spPr>
        <p:txBody>
          <a:bodyPr anchor="ctr">
            <a:noAutofit/>
          </a:bodyPr>
          <a:lstStyle/>
          <a:p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Ғарыштық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миссияны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басқарудың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өзін-өзі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қалпына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келтіретін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интеллектуалдық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жүйесін</a:t>
            </a:r>
            <a: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sz="2800" b="1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әзірлеу</a:t>
            </a:r>
            <a:br>
              <a:rPr lang="ru-RU" sz="2800" b="1" i="0" u="none" strike="noStrike" dirty="0">
                <a:solidFill>
                  <a:srgbClr val="1F2328"/>
                </a:solidFill>
                <a:effectLst/>
                <a:latin typeface="-apple-system"/>
              </a:rPr>
            </a:br>
            <a:endParaRPr lang="ru-KZ" sz="2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05C5A7-1F23-868F-6377-906DF3CDA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43930" y="735100"/>
            <a:ext cx="4714875" cy="793777"/>
          </a:xfrm>
        </p:spPr>
        <p:txBody>
          <a:bodyPr anchor="ctr">
            <a:normAutofit/>
          </a:bodyPr>
          <a:lstStyle/>
          <a:p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Рисунок 3" descr="Земля из космоса">
            <a:extLst>
              <a:ext uri="{FF2B5EF4-FFF2-40B4-BE49-F238E27FC236}">
                <a16:creationId xmlns:a16="http://schemas.microsoft.com/office/drawing/2014/main" id="{8C778CDC-6D16-C75D-30C6-993F09E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997" b="4218"/>
          <a:stretch>
            <a:fillRect/>
          </a:stretch>
        </p:blipFill>
        <p:spPr>
          <a:xfrm>
            <a:off x="20" y="1"/>
            <a:ext cx="12191980" cy="4717301"/>
          </a:xfrm>
          <a:custGeom>
            <a:avLst/>
            <a:gdLst/>
            <a:ahLst/>
            <a:cxnLst/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686BFE-5DCB-A8C3-FAC7-475EDF8937FD}"/>
              </a:ext>
            </a:extLst>
          </p:cNvPr>
          <p:cNvSpPr txBox="1"/>
          <p:nvPr/>
        </p:nvSpPr>
        <p:spPr>
          <a:xfrm>
            <a:off x="9366217" y="6211669"/>
            <a:ext cx="8461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33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F23B7164-F4EF-6CA3-BBE4-99B19575F0A6}"/>
              </a:ext>
            </a:extLst>
          </p:cNvPr>
          <p:cNvSpPr/>
          <p:nvPr/>
        </p:nvSpPr>
        <p:spPr>
          <a:xfrm>
            <a:off x="609601" y="1471614"/>
            <a:ext cx="4891789" cy="241458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E8B01-12C2-F30A-5B10-7C681EB9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52782"/>
            <a:ext cx="4606456" cy="1154711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Кіріспе</a:t>
            </a:r>
            <a:br>
              <a:rPr lang="ru-RU" b="1" dirty="0"/>
            </a:br>
            <a:endParaRPr lang="ru-KZ" dirty="0"/>
          </a:p>
        </p:txBody>
      </p:sp>
      <p:pic>
        <p:nvPicPr>
          <p:cNvPr id="4" name="Объект 3" descr="Вид на Землю, зафиксированный из космоса">
            <a:extLst>
              <a:ext uri="{FF2B5EF4-FFF2-40B4-BE49-F238E27FC236}">
                <a16:creationId xmlns:a16="http://schemas.microsoft.com/office/drawing/2014/main" id="{21B8688A-DCEC-2351-3B46-515C0F7E8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399" r="4249" b="1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7B171295-2F00-4DB6-BFBF-CC5495C3A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76986" y="3429000"/>
            <a:ext cx="5905284" cy="3892763"/>
          </a:xfrm>
        </p:spPr>
      </p:pic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7185CB9-D6DD-EE0E-4D91-183E215F4D46}"/>
              </a:ext>
            </a:extLst>
          </p:cNvPr>
          <p:cNvSpPr/>
          <p:nvPr/>
        </p:nvSpPr>
        <p:spPr>
          <a:xfrm>
            <a:off x="609601" y="4237168"/>
            <a:ext cx="5220311" cy="20680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B0E36-B719-0B24-A014-D2123E3D80CD}"/>
              </a:ext>
            </a:extLst>
          </p:cNvPr>
          <p:cNvSpPr txBox="1"/>
          <p:nvPr/>
        </p:nvSpPr>
        <p:spPr>
          <a:xfrm>
            <a:off x="609601" y="1707493"/>
            <a:ext cx="49967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Қазіргі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әлемде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спутниктер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байланыс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, навигация,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ауа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райын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болжау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Жерді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бақылау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салаларында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маңызды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рөл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атқарады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  <a:endParaRPr lang="en-US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en-US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жүйелер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адам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қатысуынсыз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,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ұзақ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уақыт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бойы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автономды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жұмыс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істеуі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тиіс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ru-KZ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CD931-0940-1EDF-ED1D-FA33F01497D2}"/>
              </a:ext>
            </a:extLst>
          </p:cNvPr>
          <p:cNvSpPr txBox="1"/>
          <p:nvPr/>
        </p:nvSpPr>
        <p:spPr>
          <a:xfrm>
            <a:off x="9360076" y="6301130"/>
            <a:ext cx="6293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98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2E072-BB36-4AC5-5FF9-04F3A422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231" y="552782"/>
            <a:ext cx="5369169" cy="1154711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Мәселенің</a:t>
            </a:r>
            <a:r>
              <a:rPr lang="ru-RU" b="1" dirty="0"/>
              <a:t> </a:t>
            </a:r>
            <a:r>
              <a:rPr lang="ru-RU" b="1" dirty="0" err="1"/>
              <a:t>өзектілігі</a:t>
            </a:r>
            <a:br>
              <a:rPr lang="ru-RU" b="1" dirty="0"/>
            </a:br>
            <a:endParaRPr lang="ru-KZ" dirty="0"/>
          </a:p>
        </p:txBody>
      </p:sp>
      <p:pic>
        <p:nvPicPr>
          <p:cNvPr id="4" name="Объект 3" descr="Пространственный взгляд на цифровую Землю">
            <a:extLst>
              <a:ext uri="{FF2B5EF4-FFF2-40B4-BE49-F238E27FC236}">
                <a16:creationId xmlns:a16="http://schemas.microsoft.com/office/drawing/2014/main" id="{6ACF4BAD-6515-21E5-6984-B4912EB41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25" r="15307" b="-2"/>
          <a:stretch>
            <a:fillRect/>
          </a:stretch>
        </p:blipFill>
        <p:spPr>
          <a:xfrm>
            <a:off x="-16745" y="211090"/>
            <a:ext cx="5544176" cy="6646910"/>
          </a:xfrm>
          <a:custGeom>
            <a:avLst/>
            <a:gdLst/>
            <a:ahLst/>
            <a:cxnLst/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D8221D7F-EC9F-9411-AA47-647C399BEA45}"/>
              </a:ext>
            </a:extLst>
          </p:cNvPr>
          <p:cNvSpPr/>
          <p:nvPr/>
        </p:nvSpPr>
        <p:spPr>
          <a:xfrm>
            <a:off x="6225929" y="1271587"/>
            <a:ext cx="5061196" cy="4359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1C6B3EC5-773E-8745-CBC1-45A5EBD6B7D4}"/>
              </a:ext>
            </a:extLst>
          </p:cNvPr>
          <p:cNvSpPr/>
          <p:nvPr/>
        </p:nvSpPr>
        <p:spPr>
          <a:xfrm>
            <a:off x="6225331" y="2660840"/>
            <a:ext cx="2404319" cy="4359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8986C565-A746-5286-9A3E-4DF5232F9F74}"/>
              </a:ext>
            </a:extLst>
          </p:cNvPr>
          <p:cNvSpPr/>
          <p:nvPr/>
        </p:nvSpPr>
        <p:spPr>
          <a:xfrm>
            <a:off x="6238626" y="3096747"/>
            <a:ext cx="3819774" cy="4359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82100C7C-56F2-C390-B6DB-8544725038E9}"/>
              </a:ext>
            </a:extLst>
          </p:cNvPr>
          <p:cNvSpPr/>
          <p:nvPr/>
        </p:nvSpPr>
        <p:spPr>
          <a:xfrm>
            <a:off x="6238028" y="3532378"/>
            <a:ext cx="4934797" cy="43590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0E4489-02B6-5E2B-EF0C-86E985BEB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526" y="1271587"/>
            <a:ext cx="5355276" cy="4643437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Ғарыш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ортасы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тұрақсыз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қауіпті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pPr>
              <a:buNone/>
            </a:pP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Миссия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барысында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			</a:t>
            </a: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-энергия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азаяды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-температура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өзгеріп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тұрады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жүйелер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біртіндеп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тозады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факторлар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істен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шығуына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әкелуі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мүмкін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AD9F515A-A025-C630-56D9-6DAB7C5A6157}"/>
                  </a:ext>
                </a:extLst>
              </p14:cNvPr>
              <p14:cNvContentPartPr/>
              <p14:nvPr/>
            </p14:nvContentPartPr>
            <p14:xfrm>
              <a:off x="7465994" y="3085093"/>
              <a:ext cx="130680" cy="1008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AD9F515A-A025-C630-56D9-6DAB7C5A61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9874" y="3078973"/>
                <a:ext cx="1429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7C3BC34D-9172-AD2B-AADF-DD4222286BAC}"/>
                  </a:ext>
                </a:extLst>
              </p14:cNvPr>
              <p14:cNvContentPartPr/>
              <p14:nvPr/>
            </p14:nvContentPartPr>
            <p14:xfrm>
              <a:off x="6653114" y="3069253"/>
              <a:ext cx="319680" cy="3960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7C3BC34D-9172-AD2B-AADF-DD4222286B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5474" y="3051253"/>
                <a:ext cx="3553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050ACCA7-077E-3A40-5722-38F045986C60}"/>
                  </a:ext>
                </a:extLst>
              </p14:cNvPr>
              <p14:cNvContentPartPr/>
              <p14:nvPr/>
            </p14:nvContentPartPr>
            <p14:xfrm>
              <a:off x="6316825" y="3076695"/>
              <a:ext cx="398160" cy="3312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050ACCA7-077E-3A40-5722-38F045986C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8825" y="3059055"/>
                <a:ext cx="4338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383EABC9-B85A-4648-6900-B1A18D6D3ACF}"/>
                  </a:ext>
                </a:extLst>
              </p14:cNvPr>
              <p14:cNvContentPartPr/>
              <p14:nvPr/>
            </p14:nvContentPartPr>
            <p14:xfrm>
              <a:off x="6714625" y="3069855"/>
              <a:ext cx="794880" cy="11340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383EABC9-B85A-4648-6900-B1A18D6D3A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96625" y="3052215"/>
                <a:ext cx="83052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F2A48405-C51F-BADA-C783-8E2852FDCB13}"/>
              </a:ext>
            </a:extLst>
          </p:cNvPr>
          <p:cNvGrpSpPr/>
          <p:nvPr/>
        </p:nvGrpSpPr>
        <p:grpSpPr>
          <a:xfrm>
            <a:off x="7495465" y="3072375"/>
            <a:ext cx="1038240" cy="48240"/>
            <a:chOff x="7495465" y="3072375"/>
            <a:chExt cx="1038240" cy="4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95801C18-CAF7-867A-1D75-25163EBFE1F2}"/>
                    </a:ext>
                  </a:extLst>
                </p14:cNvPr>
                <p14:cNvContentPartPr/>
                <p14:nvPr/>
              </p14:nvContentPartPr>
              <p14:xfrm>
                <a:off x="7495465" y="3072375"/>
                <a:ext cx="691560" cy="48240"/>
              </p14:xfrm>
            </p:contentPart>
          </mc:Choice>
          <mc:Fallback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95801C18-CAF7-867A-1D75-25163EBFE1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77465" y="3054735"/>
                  <a:ext cx="727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Рукописный ввод 19">
                  <a:extLst>
                    <a:ext uri="{FF2B5EF4-FFF2-40B4-BE49-F238E27FC236}">
                      <a16:creationId xmlns:a16="http://schemas.microsoft.com/office/drawing/2014/main" id="{93D4027F-E214-A519-63E0-364B87E0EAD8}"/>
                    </a:ext>
                  </a:extLst>
                </p14:cNvPr>
                <p14:cNvContentPartPr/>
                <p14:nvPr/>
              </p14:nvContentPartPr>
              <p14:xfrm>
                <a:off x="8186665" y="3090015"/>
                <a:ext cx="347040" cy="7200"/>
              </p14:xfrm>
            </p:contentPart>
          </mc:Choice>
          <mc:Fallback>
            <p:pic>
              <p:nvPicPr>
                <p:cNvPr id="20" name="Рукописный ввод 19">
                  <a:extLst>
                    <a:ext uri="{FF2B5EF4-FFF2-40B4-BE49-F238E27FC236}">
                      <a16:creationId xmlns:a16="http://schemas.microsoft.com/office/drawing/2014/main" id="{93D4027F-E214-A519-63E0-364B87E0EA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68665" y="3072375"/>
                  <a:ext cx="3826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84A4B3A7-DB7A-A6C0-DE5D-E093531CE69B}"/>
              </a:ext>
            </a:extLst>
          </p:cNvPr>
          <p:cNvGrpSpPr/>
          <p:nvPr/>
        </p:nvGrpSpPr>
        <p:grpSpPr>
          <a:xfrm>
            <a:off x="6324195" y="3481595"/>
            <a:ext cx="2780485" cy="89340"/>
            <a:chOff x="6324195" y="3481595"/>
            <a:chExt cx="2780485" cy="893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8ACDE1DF-B0E4-08E0-9AB4-389BEFF66C90}"/>
                    </a:ext>
                  </a:extLst>
                </p14:cNvPr>
                <p14:cNvContentPartPr/>
                <p14:nvPr/>
              </p14:nvContentPartPr>
              <p14:xfrm>
                <a:off x="6324195" y="3538835"/>
                <a:ext cx="360" cy="360"/>
              </p14:xfrm>
            </p:contentPart>
          </mc:Choice>
          <mc:Fallback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8ACDE1DF-B0E4-08E0-9AB4-389BEFF66C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06555" y="352083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Рукописный ввод 23">
                  <a:extLst>
                    <a:ext uri="{FF2B5EF4-FFF2-40B4-BE49-F238E27FC236}">
                      <a16:creationId xmlns:a16="http://schemas.microsoft.com/office/drawing/2014/main" id="{46F95ACA-19F4-B7B8-7BAA-ECFC1BC5E43F}"/>
                    </a:ext>
                  </a:extLst>
                </p14:cNvPr>
                <p14:cNvContentPartPr/>
                <p14:nvPr/>
              </p14:nvContentPartPr>
              <p14:xfrm>
                <a:off x="6324195" y="3513995"/>
                <a:ext cx="462960" cy="29880"/>
              </p14:xfrm>
            </p:contentPart>
          </mc:Choice>
          <mc:Fallback>
            <p:pic>
              <p:nvPicPr>
                <p:cNvPr id="24" name="Рукописный ввод 23">
                  <a:extLst>
                    <a:ext uri="{FF2B5EF4-FFF2-40B4-BE49-F238E27FC236}">
                      <a16:creationId xmlns:a16="http://schemas.microsoft.com/office/drawing/2014/main" id="{46F95ACA-19F4-B7B8-7BAA-ECFC1BC5E4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306555" y="3496355"/>
                  <a:ext cx="498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Рукописный ввод 24">
                  <a:extLst>
                    <a:ext uri="{FF2B5EF4-FFF2-40B4-BE49-F238E27FC236}">
                      <a16:creationId xmlns:a16="http://schemas.microsoft.com/office/drawing/2014/main" id="{FED90DBF-3F9F-166E-E873-EC1F7464C30E}"/>
                    </a:ext>
                  </a:extLst>
                </p14:cNvPr>
                <p14:cNvContentPartPr/>
                <p14:nvPr/>
              </p14:nvContentPartPr>
              <p14:xfrm>
                <a:off x="6786435" y="3528035"/>
                <a:ext cx="425880" cy="20520"/>
              </p14:xfrm>
            </p:contentPart>
          </mc:Choice>
          <mc:Fallback>
            <p:pic>
              <p:nvPicPr>
                <p:cNvPr id="25" name="Рукописный ввод 24">
                  <a:extLst>
                    <a:ext uri="{FF2B5EF4-FFF2-40B4-BE49-F238E27FC236}">
                      <a16:creationId xmlns:a16="http://schemas.microsoft.com/office/drawing/2014/main" id="{FED90DBF-3F9F-166E-E873-EC1F7464C3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68435" y="3510395"/>
                  <a:ext cx="461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Рукописный ввод 25">
                  <a:extLst>
                    <a:ext uri="{FF2B5EF4-FFF2-40B4-BE49-F238E27FC236}">
                      <a16:creationId xmlns:a16="http://schemas.microsoft.com/office/drawing/2014/main" id="{0461FC12-541C-7B0B-CAE7-5852FA4CF46E}"/>
                    </a:ext>
                  </a:extLst>
                </p14:cNvPr>
                <p14:cNvContentPartPr/>
                <p14:nvPr/>
              </p14:nvContentPartPr>
              <p14:xfrm>
                <a:off x="7198995" y="3508595"/>
                <a:ext cx="506160" cy="39600"/>
              </p14:xfrm>
            </p:contentPart>
          </mc:Choice>
          <mc:Fallback>
            <p:pic>
              <p:nvPicPr>
                <p:cNvPr id="26" name="Рукописный ввод 25">
                  <a:extLst>
                    <a:ext uri="{FF2B5EF4-FFF2-40B4-BE49-F238E27FC236}">
                      <a16:creationId xmlns:a16="http://schemas.microsoft.com/office/drawing/2014/main" id="{0461FC12-541C-7B0B-CAE7-5852FA4CF4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80995" y="3490595"/>
                  <a:ext cx="541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Рукописный ввод 26">
                  <a:extLst>
                    <a:ext uri="{FF2B5EF4-FFF2-40B4-BE49-F238E27FC236}">
                      <a16:creationId xmlns:a16="http://schemas.microsoft.com/office/drawing/2014/main" id="{0732125C-A2A7-3CF7-B79F-12F15A601662}"/>
                    </a:ext>
                  </a:extLst>
                </p14:cNvPr>
                <p14:cNvContentPartPr/>
                <p14:nvPr/>
              </p14:nvContentPartPr>
              <p14:xfrm>
                <a:off x="7613715" y="3516875"/>
                <a:ext cx="224280" cy="11880"/>
              </p14:xfrm>
            </p:contentPart>
          </mc:Choice>
          <mc:Fallback>
            <p:pic>
              <p:nvPicPr>
                <p:cNvPr id="27" name="Рукописный ввод 26">
                  <a:extLst>
                    <a:ext uri="{FF2B5EF4-FFF2-40B4-BE49-F238E27FC236}">
                      <a16:creationId xmlns:a16="http://schemas.microsoft.com/office/drawing/2014/main" id="{0732125C-A2A7-3CF7-B79F-12F15A60166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96075" y="3498875"/>
                  <a:ext cx="259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Рукописный ввод 27">
                  <a:extLst>
                    <a:ext uri="{FF2B5EF4-FFF2-40B4-BE49-F238E27FC236}">
                      <a16:creationId xmlns:a16="http://schemas.microsoft.com/office/drawing/2014/main" id="{C5EC6E56-9462-6042-475F-1327E986A967}"/>
                    </a:ext>
                  </a:extLst>
                </p14:cNvPr>
                <p14:cNvContentPartPr/>
                <p14:nvPr/>
              </p14:nvContentPartPr>
              <p14:xfrm>
                <a:off x="7829355" y="3481595"/>
                <a:ext cx="525960" cy="75960"/>
              </p14:xfrm>
            </p:contentPart>
          </mc:Choice>
          <mc:Fallback>
            <p:pic>
              <p:nvPicPr>
                <p:cNvPr id="28" name="Рукописный ввод 27">
                  <a:extLst>
                    <a:ext uri="{FF2B5EF4-FFF2-40B4-BE49-F238E27FC236}">
                      <a16:creationId xmlns:a16="http://schemas.microsoft.com/office/drawing/2014/main" id="{C5EC6E56-9462-6042-475F-1327E986A96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11355" y="3463595"/>
                  <a:ext cx="561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Рукописный ввод 30">
                  <a:extLst>
                    <a:ext uri="{FF2B5EF4-FFF2-40B4-BE49-F238E27FC236}">
                      <a16:creationId xmlns:a16="http://schemas.microsoft.com/office/drawing/2014/main" id="{D6CCCAF5-F8F3-6C52-98A4-117206CAF3B2}"/>
                    </a:ext>
                  </a:extLst>
                </p14:cNvPr>
                <p14:cNvContentPartPr/>
                <p14:nvPr/>
              </p14:nvContentPartPr>
              <p14:xfrm>
                <a:off x="8371480" y="3537455"/>
                <a:ext cx="309600" cy="33480"/>
              </p14:xfrm>
            </p:contentPart>
          </mc:Choice>
          <mc:Fallback>
            <p:pic>
              <p:nvPicPr>
                <p:cNvPr id="31" name="Рукописный ввод 30">
                  <a:extLst>
                    <a:ext uri="{FF2B5EF4-FFF2-40B4-BE49-F238E27FC236}">
                      <a16:creationId xmlns:a16="http://schemas.microsoft.com/office/drawing/2014/main" id="{D6CCCAF5-F8F3-6C52-98A4-117206CAF3B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53480" y="3519455"/>
                  <a:ext cx="345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Рукописный ввод 33">
                  <a:extLst>
                    <a:ext uri="{FF2B5EF4-FFF2-40B4-BE49-F238E27FC236}">
                      <a16:creationId xmlns:a16="http://schemas.microsoft.com/office/drawing/2014/main" id="{0EFE92BD-9B4A-B2BC-282F-568554D77F75}"/>
                    </a:ext>
                  </a:extLst>
                </p14:cNvPr>
                <p14:cNvContentPartPr/>
                <p14:nvPr/>
              </p14:nvContentPartPr>
              <p14:xfrm>
                <a:off x="8625880" y="3532775"/>
                <a:ext cx="478800" cy="7920"/>
              </p14:xfrm>
            </p:contentPart>
          </mc:Choice>
          <mc:Fallback>
            <p:pic>
              <p:nvPicPr>
                <p:cNvPr id="34" name="Рукописный ввод 33">
                  <a:extLst>
                    <a:ext uri="{FF2B5EF4-FFF2-40B4-BE49-F238E27FC236}">
                      <a16:creationId xmlns:a16="http://schemas.microsoft.com/office/drawing/2014/main" id="{0EFE92BD-9B4A-B2BC-282F-568554D77F7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07880" y="3515135"/>
                  <a:ext cx="51444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C109E9BA-F594-CADA-E1C0-3A2972EAE32E}"/>
              </a:ext>
            </a:extLst>
          </p:cNvPr>
          <p:cNvGrpSpPr/>
          <p:nvPr/>
        </p:nvGrpSpPr>
        <p:grpSpPr>
          <a:xfrm>
            <a:off x="9132120" y="3514185"/>
            <a:ext cx="838795" cy="40185"/>
            <a:chOff x="9132120" y="3514185"/>
            <a:chExt cx="838795" cy="4018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7" name="Рукописный ввод 36">
                  <a:extLst>
                    <a:ext uri="{FF2B5EF4-FFF2-40B4-BE49-F238E27FC236}">
                      <a16:creationId xmlns:a16="http://schemas.microsoft.com/office/drawing/2014/main" id="{3D523944-8A25-04CF-F399-50DDD08DB40B}"/>
                    </a:ext>
                  </a:extLst>
                </p14:cNvPr>
                <p14:cNvContentPartPr/>
                <p14:nvPr/>
              </p14:nvContentPartPr>
              <p14:xfrm>
                <a:off x="9132120" y="3514185"/>
                <a:ext cx="684000" cy="24480"/>
              </p14:xfrm>
            </p:contentPart>
          </mc:Choice>
          <mc:Fallback>
            <p:pic>
              <p:nvPicPr>
                <p:cNvPr id="37" name="Рукописный ввод 36">
                  <a:extLst>
                    <a:ext uri="{FF2B5EF4-FFF2-40B4-BE49-F238E27FC236}">
                      <a16:creationId xmlns:a16="http://schemas.microsoft.com/office/drawing/2014/main" id="{3D523944-8A25-04CF-F399-50DDD08DB40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14120" y="3496185"/>
                  <a:ext cx="719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8" name="Рукописный ввод 37">
                  <a:extLst>
                    <a:ext uri="{FF2B5EF4-FFF2-40B4-BE49-F238E27FC236}">
                      <a16:creationId xmlns:a16="http://schemas.microsoft.com/office/drawing/2014/main" id="{8EDC3703-8FD3-D5E8-C180-F41C2B4D6CCD}"/>
                    </a:ext>
                  </a:extLst>
                </p14:cNvPr>
                <p14:cNvContentPartPr/>
                <p14:nvPr/>
              </p14:nvContentPartPr>
              <p14:xfrm>
                <a:off x="9833755" y="3540330"/>
                <a:ext cx="125640" cy="2520"/>
              </p14:xfrm>
            </p:contentPart>
          </mc:Choice>
          <mc:Fallback>
            <p:pic>
              <p:nvPicPr>
                <p:cNvPr id="38" name="Рукописный ввод 37">
                  <a:extLst>
                    <a:ext uri="{FF2B5EF4-FFF2-40B4-BE49-F238E27FC236}">
                      <a16:creationId xmlns:a16="http://schemas.microsoft.com/office/drawing/2014/main" id="{8EDC3703-8FD3-D5E8-C180-F41C2B4D6CC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815755" y="3522690"/>
                  <a:ext cx="161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Рукописный ввод 40">
                  <a:extLst>
                    <a:ext uri="{FF2B5EF4-FFF2-40B4-BE49-F238E27FC236}">
                      <a16:creationId xmlns:a16="http://schemas.microsoft.com/office/drawing/2014/main" id="{088F21E3-E440-D096-DF79-BC2DB89797D6}"/>
                    </a:ext>
                  </a:extLst>
                </p14:cNvPr>
                <p14:cNvContentPartPr/>
                <p14:nvPr/>
              </p14:nvContentPartPr>
              <p14:xfrm>
                <a:off x="9961915" y="3520170"/>
                <a:ext cx="360" cy="360"/>
              </p14:xfrm>
            </p:contentPart>
          </mc:Choice>
          <mc:Fallback>
            <p:pic>
              <p:nvPicPr>
                <p:cNvPr id="41" name="Рукописный ввод 40">
                  <a:extLst>
                    <a:ext uri="{FF2B5EF4-FFF2-40B4-BE49-F238E27FC236}">
                      <a16:creationId xmlns:a16="http://schemas.microsoft.com/office/drawing/2014/main" id="{088F21E3-E440-D096-DF79-BC2DB89797D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44275" y="350253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Рукописный ввод 43">
                  <a:extLst>
                    <a:ext uri="{FF2B5EF4-FFF2-40B4-BE49-F238E27FC236}">
                      <a16:creationId xmlns:a16="http://schemas.microsoft.com/office/drawing/2014/main" id="{2CB3A4B7-29D9-64A4-79E1-8D80A90126D6}"/>
                    </a:ext>
                  </a:extLst>
                </p14:cNvPr>
                <p14:cNvContentPartPr/>
                <p14:nvPr/>
              </p14:nvContentPartPr>
              <p14:xfrm>
                <a:off x="9970555" y="3554010"/>
                <a:ext cx="360" cy="360"/>
              </p14:xfrm>
            </p:contentPart>
          </mc:Choice>
          <mc:Fallback>
            <p:pic>
              <p:nvPicPr>
                <p:cNvPr id="44" name="Рукописный ввод 43">
                  <a:extLst>
                    <a:ext uri="{FF2B5EF4-FFF2-40B4-BE49-F238E27FC236}">
                      <a16:creationId xmlns:a16="http://schemas.microsoft.com/office/drawing/2014/main" id="{2CB3A4B7-29D9-64A4-79E1-8D80A90126D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952555" y="353637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BC1C59A8-548E-2621-3711-40473924E373}"/>
              </a:ext>
            </a:extLst>
          </p:cNvPr>
          <p:cNvSpPr txBox="1"/>
          <p:nvPr/>
        </p:nvSpPr>
        <p:spPr>
          <a:xfrm>
            <a:off x="9371835" y="6261819"/>
            <a:ext cx="61092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729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8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Земля из космоса">
            <a:extLst>
              <a:ext uri="{FF2B5EF4-FFF2-40B4-BE49-F238E27FC236}">
                <a16:creationId xmlns:a16="http://schemas.microsoft.com/office/drawing/2014/main" id="{F7C94299-E37F-8E17-1FA3-3370CBA75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-3049" y="-1"/>
            <a:ext cx="12191980" cy="6857990"/>
          </a:xfrm>
          <a:prstGeom prst="rect">
            <a:avLst/>
          </a:pr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0A0586DF-2CD9-4A9D-B9CA-A5A06079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55124"/>
            <a:ext cx="12188952" cy="3602877"/>
          </a:xfrm>
          <a:custGeom>
            <a:avLst/>
            <a:gdLst>
              <a:gd name="connsiteX0" fmla="*/ 4542576 w 12188952"/>
              <a:gd name="connsiteY0" fmla="*/ 203817 h 3602877"/>
              <a:gd name="connsiteX1" fmla="*/ 5194297 w 12188952"/>
              <a:gd name="connsiteY1" fmla="*/ 381665 h 3602877"/>
              <a:gd name="connsiteX2" fmla="*/ 5901419 w 12188952"/>
              <a:gd name="connsiteY2" fmla="*/ 1003103 h 3602877"/>
              <a:gd name="connsiteX3" fmla="*/ 7796356 w 12188952"/>
              <a:gd name="connsiteY3" fmla="*/ 1324958 h 3602877"/>
              <a:gd name="connsiteX4" fmla="*/ 9174452 w 12188952"/>
              <a:gd name="connsiteY4" fmla="*/ 617080 h 3602877"/>
              <a:gd name="connsiteX5" fmla="*/ 12102538 w 12188952"/>
              <a:gd name="connsiteY5" fmla="*/ 813997 h 3602877"/>
              <a:gd name="connsiteX6" fmla="*/ 12188952 w 12188952"/>
              <a:gd name="connsiteY6" fmla="*/ 876736 h 3602877"/>
              <a:gd name="connsiteX7" fmla="*/ 12188952 w 12188952"/>
              <a:gd name="connsiteY7" fmla="*/ 3602877 h 3602877"/>
              <a:gd name="connsiteX8" fmla="*/ 0 w 12188952"/>
              <a:gd name="connsiteY8" fmla="*/ 3602877 h 3602877"/>
              <a:gd name="connsiteX9" fmla="*/ 0 w 12188952"/>
              <a:gd name="connsiteY9" fmla="*/ 1345581 h 3602877"/>
              <a:gd name="connsiteX10" fmla="*/ 64937 w 12188952"/>
              <a:gd name="connsiteY10" fmla="*/ 1306589 h 3602877"/>
              <a:gd name="connsiteX11" fmla="*/ 1111495 w 12188952"/>
              <a:gd name="connsiteY11" fmla="*/ 1215577 h 3602877"/>
              <a:gd name="connsiteX12" fmla="*/ 2321706 w 12188952"/>
              <a:gd name="connsiteY12" fmla="*/ 1365710 h 3602877"/>
              <a:gd name="connsiteX13" fmla="*/ 3194150 w 12188952"/>
              <a:gd name="connsiteY13" fmla="*/ 838924 h 3602877"/>
              <a:gd name="connsiteX14" fmla="*/ 4542576 w 12188952"/>
              <a:gd name="connsiteY14" fmla="*/ 203817 h 3602877"/>
              <a:gd name="connsiteX15" fmla="*/ 2290038 w 12188952"/>
              <a:gd name="connsiteY15" fmla="*/ 102715 h 3602877"/>
              <a:gd name="connsiteX16" fmla="*/ 2719606 w 12188952"/>
              <a:gd name="connsiteY16" fmla="*/ 350616 h 3602877"/>
              <a:gd name="connsiteX17" fmla="*/ 2518292 w 12188952"/>
              <a:gd name="connsiteY17" fmla="*/ 952264 h 3602877"/>
              <a:gd name="connsiteX18" fmla="*/ 2346310 w 12188952"/>
              <a:gd name="connsiteY18" fmla="*/ 998559 h 3602877"/>
              <a:gd name="connsiteX19" fmla="*/ 1916742 w 12188952"/>
              <a:gd name="connsiteY19" fmla="*/ 750657 h 3602877"/>
              <a:gd name="connsiteX20" fmla="*/ 2118056 w 12188952"/>
              <a:gd name="connsiteY20" fmla="*/ 149010 h 3602877"/>
              <a:gd name="connsiteX21" fmla="*/ 2290038 w 12188952"/>
              <a:gd name="connsiteY21" fmla="*/ 102715 h 3602877"/>
              <a:gd name="connsiteX22" fmla="*/ 3230477 w 12188952"/>
              <a:gd name="connsiteY22" fmla="*/ 424 h 3602877"/>
              <a:gd name="connsiteX23" fmla="*/ 3442968 w 12188952"/>
              <a:gd name="connsiteY23" fmla="*/ 123053 h 3602877"/>
              <a:gd name="connsiteX24" fmla="*/ 3343384 w 12188952"/>
              <a:gd name="connsiteY24" fmla="*/ 420668 h 3602877"/>
              <a:gd name="connsiteX25" fmla="*/ 3258310 w 12188952"/>
              <a:gd name="connsiteY25" fmla="*/ 443568 h 3602877"/>
              <a:gd name="connsiteX26" fmla="*/ 3045818 w 12188952"/>
              <a:gd name="connsiteY26" fmla="*/ 320940 h 3602877"/>
              <a:gd name="connsiteX27" fmla="*/ 3145403 w 12188952"/>
              <a:gd name="connsiteY27" fmla="*/ 23324 h 3602877"/>
              <a:gd name="connsiteX28" fmla="*/ 3230477 w 12188952"/>
              <a:gd name="connsiteY28" fmla="*/ 424 h 3602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88952" h="3602877">
                <a:moveTo>
                  <a:pt x="4542576" y="203817"/>
                </a:moveTo>
                <a:cubicBezTo>
                  <a:pt x="4757384" y="212378"/>
                  <a:pt x="4975356" y="270695"/>
                  <a:pt x="5194297" y="381665"/>
                </a:cubicBezTo>
                <a:cubicBezTo>
                  <a:pt x="5466015" y="519380"/>
                  <a:pt x="5694109" y="768676"/>
                  <a:pt x="5901419" y="1003103"/>
                </a:cubicBezTo>
                <a:cubicBezTo>
                  <a:pt x="6457219" y="1631811"/>
                  <a:pt x="7145393" y="1649803"/>
                  <a:pt x="7796356" y="1324958"/>
                </a:cubicBezTo>
                <a:cubicBezTo>
                  <a:pt x="8258529" y="1093435"/>
                  <a:pt x="8696930" y="808698"/>
                  <a:pt x="9174452" y="617080"/>
                </a:cubicBezTo>
                <a:cubicBezTo>
                  <a:pt x="10211132" y="198893"/>
                  <a:pt x="11215710" y="217816"/>
                  <a:pt x="12102538" y="813997"/>
                </a:cubicBezTo>
                <a:lnTo>
                  <a:pt x="12188952" y="876736"/>
                </a:lnTo>
                <a:lnTo>
                  <a:pt x="12188952" y="3602877"/>
                </a:lnTo>
                <a:lnTo>
                  <a:pt x="0" y="3602877"/>
                </a:lnTo>
                <a:lnTo>
                  <a:pt x="0" y="1345581"/>
                </a:lnTo>
                <a:lnTo>
                  <a:pt x="64937" y="1306589"/>
                </a:lnTo>
                <a:cubicBezTo>
                  <a:pt x="396911" y="1135764"/>
                  <a:pt x="745335" y="1140050"/>
                  <a:pt x="1111495" y="1215577"/>
                </a:cubicBezTo>
                <a:cubicBezTo>
                  <a:pt x="1509763" y="1297442"/>
                  <a:pt x="1917218" y="1359021"/>
                  <a:pt x="2321706" y="1365710"/>
                </a:cubicBezTo>
                <a:cubicBezTo>
                  <a:pt x="2696616" y="1371691"/>
                  <a:pt x="2949816" y="1090973"/>
                  <a:pt x="3194150" y="838924"/>
                </a:cubicBezTo>
                <a:cubicBezTo>
                  <a:pt x="3612733" y="406968"/>
                  <a:pt x="4069998" y="184983"/>
                  <a:pt x="4542576" y="203817"/>
                </a:cubicBezTo>
                <a:close/>
                <a:moveTo>
                  <a:pt x="2290038" y="102715"/>
                </a:moveTo>
                <a:cubicBezTo>
                  <a:pt x="2464498" y="91895"/>
                  <a:pt x="2636716" y="184257"/>
                  <a:pt x="2719606" y="350616"/>
                </a:cubicBezTo>
                <a:cubicBezTo>
                  <a:pt x="2830128" y="572429"/>
                  <a:pt x="2739996" y="841796"/>
                  <a:pt x="2518292" y="952264"/>
                </a:cubicBezTo>
                <a:cubicBezTo>
                  <a:pt x="2462865" y="979881"/>
                  <a:pt x="2404462" y="994953"/>
                  <a:pt x="2346310" y="998559"/>
                </a:cubicBezTo>
                <a:cubicBezTo>
                  <a:pt x="2171851" y="1009379"/>
                  <a:pt x="1999634" y="917016"/>
                  <a:pt x="1916742" y="750657"/>
                </a:cubicBezTo>
                <a:cubicBezTo>
                  <a:pt x="1806220" y="528844"/>
                  <a:pt x="1896352" y="259477"/>
                  <a:pt x="2118056" y="149010"/>
                </a:cubicBezTo>
                <a:cubicBezTo>
                  <a:pt x="2173483" y="121393"/>
                  <a:pt x="2231885" y="106322"/>
                  <a:pt x="2290038" y="102715"/>
                </a:cubicBezTo>
                <a:close/>
                <a:moveTo>
                  <a:pt x="3230477" y="424"/>
                </a:moveTo>
                <a:cubicBezTo>
                  <a:pt x="3316776" y="-4928"/>
                  <a:pt x="3401965" y="40760"/>
                  <a:pt x="3442968" y="123053"/>
                </a:cubicBezTo>
                <a:cubicBezTo>
                  <a:pt x="3497641" y="232777"/>
                  <a:pt x="3453055" y="366023"/>
                  <a:pt x="3343384" y="420668"/>
                </a:cubicBezTo>
                <a:cubicBezTo>
                  <a:pt x="3315966" y="434329"/>
                  <a:pt x="3287077" y="441785"/>
                  <a:pt x="3258310" y="443568"/>
                </a:cubicBezTo>
                <a:cubicBezTo>
                  <a:pt x="3172011" y="448921"/>
                  <a:pt x="3086822" y="403232"/>
                  <a:pt x="3045818" y="320940"/>
                </a:cubicBezTo>
                <a:cubicBezTo>
                  <a:pt x="2991146" y="211215"/>
                  <a:pt x="3035731" y="77969"/>
                  <a:pt x="3145403" y="23324"/>
                </a:cubicBezTo>
                <a:cubicBezTo>
                  <a:pt x="3172821" y="9663"/>
                  <a:pt x="3201710" y="2208"/>
                  <a:pt x="3230477" y="424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1F87B-0DAA-D302-B3AB-C6306862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23" y="4462288"/>
            <a:ext cx="6683433" cy="12389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/>
              <a:t>Неге </a:t>
            </a:r>
            <a:r>
              <a:rPr lang="ru-RU" sz="2800" b="1" dirty="0" err="1"/>
              <a:t>бұл</a:t>
            </a:r>
            <a:r>
              <a:rPr lang="ru-RU" sz="2800" b="1" dirty="0"/>
              <a:t> проблема </a:t>
            </a:r>
            <a:r>
              <a:rPr lang="ru-RU" sz="2800" b="1" dirty="0" err="1"/>
              <a:t>маңызды</a:t>
            </a:r>
            <a:r>
              <a:rPr lang="ru-RU" sz="2800" b="1" dirty="0"/>
              <a:t>?</a:t>
            </a:r>
            <a:br>
              <a:rPr lang="ru-RU" sz="1400" b="1" dirty="0"/>
            </a:br>
            <a:endParaRPr lang="en-US" sz="3600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B062E28E-821F-EFD2-0831-20E05478EF0D}"/>
              </a:ext>
            </a:extLst>
          </p:cNvPr>
          <p:cNvSpPr/>
          <p:nvPr/>
        </p:nvSpPr>
        <p:spPr>
          <a:xfrm>
            <a:off x="593278" y="5162625"/>
            <a:ext cx="3687174" cy="4447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61E5EDB-BDB5-3896-C6A4-2CD6737EE9BC}"/>
              </a:ext>
            </a:extLst>
          </p:cNvPr>
          <p:cNvSpPr/>
          <p:nvPr/>
        </p:nvSpPr>
        <p:spPr>
          <a:xfrm>
            <a:off x="6092940" y="5168404"/>
            <a:ext cx="4508799" cy="4447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CBE16D1D-CDD2-401A-7D01-DBCFBE140274}"/>
              </a:ext>
            </a:extLst>
          </p:cNvPr>
          <p:cNvSpPr/>
          <p:nvPr/>
        </p:nvSpPr>
        <p:spPr>
          <a:xfrm>
            <a:off x="2726878" y="5795015"/>
            <a:ext cx="5184670" cy="4447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4BA95-9CCA-56FE-6CE4-3CFDD46A8AD4}"/>
              </a:ext>
            </a:extLst>
          </p:cNvPr>
          <p:cNvSpPr txBox="1"/>
          <p:nvPr/>
        </p:nvSpPr>
        <p:spPr>
          <a:xfrm>
            <a:off x="596348" y="5216061"/>
            <a:ext cx="10124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жөндеу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мүмкін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емес</a:t>
            </a:r>
            <a:r>
              <a:rPr lang="en-US" dirty="0"/>
              <a:t>			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қате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—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миссияның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толық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жоғалуы</a:t>
            </a:r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dirty="0"/>
          </a:p>
          <a:p>
            <a:r>
              <a:rPr lang="en-US" dirty="0"/>
              <a:t>		    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құны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—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миллиондаған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доллар</a:t>
            </a:r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ru-RU" dirty="0"/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Сондықтан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өздігінен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шешім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қабылдай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алуы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керек.</a:t>
            </a:r>
          </a:p>
          <a:p>
            <a:endParaRPr lang="ru-K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F5B452-824D-682D-9A92-7C153345FB37}"/>
              </a:ext>
            </a:extLst>
          </p:cNvPr>
          <p:cNvSpPr txBox="1"/>
          <p:nvPr/>
        </p:nvSpPr>
        <p:spPr>
          <a:xfrm>
            <a:off x="9408356" y="62678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348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87F7D-ED99-F215-0D7C-4A97E9D3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29598"/>
            <a:ext cx="4794008" cy="1611101"/>
          </a:xfrm>
        </p:spPr>
        <p:txBody>
          <a:bodyPr anchor="t">
            <a:normAutofit fontScale="90000"/>
          </a:bodyPr>
          <a:lstStyle/>
          <a:p>
            <a:r>
              <a:rPr lang="ru-RU" b="1" dirty="0" err="1"/>
              <a:t>Жобаның</a:t>
            </a:r>
            <a:r>
              <a:rPr lang="ru-RU" b="1" dirty="0"/>
              <a:t> </a:t>
            </a:r>
            <a:r>
              <a:rPr lang="ru-RU" b="1" dirty="0" err="1"/>
              <a:t>мақсаты</a:t>
            </a:r>
            <a:br>
              <a:rPr lang="ru-RU" b="1" dirty="0"/>
            </a:br>
            <a:endParaRPr lang="ru-KZ" dirty="0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287A1D4A-AFB6-6CCA-2E09-2DC9B9FA1E1A}"/>
              </a:ext>
            </a:extLst>
          </p:cNvPr>
          <p:cNvSpPr/>
          <p:nvPr/>
        </p:nvSpPr>
        <p:spPr>
          <a:xfrm>
            <a:off x="5978002" y="954156"/>
            <a:ext cx="5601350" cy="142203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49DAFC-595A-2724-0A4C-969704F10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050" y="529594"/>
            <a:ext cx="5601350" cy="184660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sz="2600" b="1" dirty="0" err="1">
                <a:latin typeface="+mj-lt"/>
                <a:cs typeface="Posterama" panose="020B0504020200020000" pitchFamily="34" charset="0"/>
              </a:rPr>
              <a:t>Бұл</a:t>
            </a:r>
            <a:r>
              <a:rPr lang="ru-RU" sz="2600" b="1" dirty="0">
                <a:latin typeface="+mj-lt"/>
                <a:cs typeface="Posterama" panose="020B0504020200020000" pitchFamily="34" charset="0"/>
              </a:rPr>
              <a:t> </a:t>
            </a:r>
            <a:r>
              <a:rPr lang="ru-RU" sz="2600" b="1" dirty="0" err="1">
                <a:latin typeface="+mj-lt"/>
                <a:cs typeface="Posterama" panose="020B0504020200020000" pitchFamily="34" charset="0"/>
              </a:rPr>
              <a:t>жобаның</a:t>
            </a:r>
            <a:r>
              <a:rPr lang="ru-RU" sz="2600" b="1" dirty="0">
                <a:latin typeface="+mj-lt"/>
                <a:cs typeface="Posterama" panose="020B0504020200020000" pitchFamily="34" charset="0"/>
              </a:rPr>
              <a:t> </a:t>
            </a:r>
            <a:r>
              <a:rPr lang="ru-RU" sz="2600" b="1" dirty="0" err="1">
                <a:latin typeface="+mj-lt"/>
                <a:cs typeface="Posterama" panose="020B0504020200020000" pitchFamily="34" charset="0"/>
              </a:rPr>
              <a:t>мақсаты</a:t>
            </a:r>
            <a:r>
              <a:rPr lang="ru-RU" sz="2600" b="1" dirty="0">
                <a:latin typeface="+mj-lt"/>
                <a:cs typeface="Posterama" panose="020B0504020200020000" pitchFamily="34" charset="0"/>
              </a:rPr>
              <a:t> —</a:t>
            </a: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жасанды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интеллект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көмегімен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күйін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үздіксіз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бақылап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,</a:t>
            </a: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қауіпті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жағдайда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миссияны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автономды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түрде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сақтап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қалатын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4" name="Объект 3" descr="Изображение выглядит как пространство, Вселенная, звезда, Космическое простран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6696088-0D88-0524-CC9D-CDFA54D4C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2" b="22873"/>
          <a:stretch>
            <a:fillRect/>
          </a:stretch>
        </p:blipFill>
        <p:spPr>
          <a:xfrm>
            <a:off x="20" y="2140698"/>
            <a:ext cx="12191980" cy="4717302"/>
          </a:xfrm>
          <a:custGeom>
            <a:avLst/>
            <a:gdLst/>
            <a:ahLst/>
            <a:cxnLst/>
            <a:rect l="l" t="t" r="r" b="b"/>
            <a:pathLst>
              <a:path w="12192000" h="4717302">
                <a:moveTo>
                  <a:pt x="4545624" y="203817"/>
                </a:moveTo>
                <a:cubicBezTo>
                  <a:pt x="4760432" y="212378"/>
                  <a:pt x="4978404" y="270695"/>
                  <a:pt x="5197345" y="381665"/>
                </a:cubicBezTo>
                <a:cubicBezTo>
                  <a:pt x="5469063" y="519380"/>
                  <a:pt x="5697157" y="768676"/>
                  <a:pt x="5904467" y="1003103"/>
                </a:cubicBezTo>
                <a:cubicBezTo>
                  <a:pt x="6460267" y="1631811"/>
                  <a:pt x="7148441" y="1649803"/>
                  <a:pt x="7799404" y="1324958"/>
                </a:cubicBezTo>
                <a:cubicBezTo>
                  <a:pt x="8261577" y="1093435"/>
                  <a:pt x="8699978" y="808698"/>
                  <a:pt x="9177500" y="617080"/>
                </a:cubicBezTo>
                <a:cubicBezTo>
                  <a:pt x="10214180" y="198893"/>
                  <a:pt x="11218758" y="217816"/>
                  <a:pt x="12105586" y="813997"/>
                </a:cubicBezTo>
                <a:lnTo>
                  <a:pt x="12192000" y="876736"/>
                </a:lnTo>
                <a:lnTo>
                  <a:pt x="12192000" y="4717302"/>
                </a:lnTo>
                <a:lnTo>
                  <a:pt x="0" y="4717302"/>
                </a:lnTo>
                <a:lnTo>
                  <a:pt x="0" y="1347411"/>
                </a:lnTo>
                <a:lnTo>
                  <a:pt x="67985" y="1306589"/>
                </a:lnTo>
                <a:cubicBezTo>
                  <a:pt x="399959" y="1135764"/>
                  <a:pt x="748383" y="1140050"/>
                  <a:pt x="1114543" y="1215577"/>
                </a:cubicBezTo>
                <a:cubicBezTo>
                  <a:pt x="1512811" y="1297442"/>
                  <a:pt x="1920266" y="1359021"/>
                  <a:pt x="2324754" y="1365710"/>
                </a:cubicBezTo>
                <a:cubicBezTo>
                  <a:pt x="2699664" y="1371691"/>
                  <a:pt x="2952864" y="1090973"/>
                  <a:pt x="3197198" y="838924"/>
                </a:cubicBezTo>
                <a:cubicBezTo>
                  <a:pt x="3615781" y="406968"/>
                  <a:pt x="4073046" y="184983"/>
                  <a:pt x="4545624" y="203817"/>
                </a:cubicBezTo>
                <a:close/>
                <a:moveTo>
                  <a:pt x="2293086" y="102715"/>
                </a:moveTo>
                <a:cubicBezTo>
                  <a:pt x="2467546" y="91895"/>
                  <a:pt x="2639764" y="184257"/>
                  <a:pt x="2722654" y="350616"/>
                </a:cubicBezTo>
                <a:cubicBezTo>
                  <a:pt x="2833176" y="572429"/>
                  <a:pt x="2743044" y="841796"/>
                  <a:pt x="2521340" y="952264"/>
                </a:cubicBezTo>
                <a:cubicBezTo>
                  <a:pt x="2465913" y="979881"/>
                  <a:pt x="2407510" y="994953"/>
                  <a:pt x="2349358" y="998559"/>
                </a:cubicBezTo>
                <a:cubicBezTo>
                  <a:pt x="2174899" y="1009379"/>
                  <a:pt x="2002682" y="917016"/>
                  <a:pt x="1919790" y="750657"/>
                </a:cubicBezTo>
                <a:cubicBezTo>
                  <a:pt x="1809268" y="528844"/>
                  <a:pt x="1899400" y="259477"/>
                  <a:pt x="2121104" y="149010"/>
                </a:cubicBezTo>
                <a:cubicBezTo>
                  <a:pt x="2176531" y="121393"/>
                  <a:pt x="2234933" y="106322"/>
                  <a:pt x="2293086" y="102715"/>
                </a:cubicBezTo>
                <a:close/>
                <a:moveTo>
                  <a:pt x="3233525" y="424"/>
                </a:moveTo>
                <a:cubicBezTo>
                  <a:pt x="3319824" y="-4928"/>
                  <a:pt x="3405013" y="40760"/>
                  <a:pt x="3446016" y="123053"/>
                </a:cubicBezTo>
                <a:cubicBezTo>
                  <a:pt x="3500689" y="232777"/>
                  <a:pt x="3456103" y="366023"/>
                  <a:pt x="3346432" y="420668"/>
                </a:cubicBezTo>
                <a:cubicBezTo>
                  <a:pt x="3319014" y="434329"/>
                  <a:pt x="3290125" y="441785"/>
                  <a:pt x="3261358" y="443568"/>
                </a:cubicBezTo>
                <a:cubicBezTo>
                  <a:pt x="3175059" y="448921"/>
                  <a:pt x="3089870" y="403232"/>
                  <a:pt x="3048866" y="320940"/>
                </a:cubicBezTo>
                <a:cubicBezTo>
                  <a:pt x="2994194" y="211215"/>
                  <a:pt x="3038779" y="77969"/>
                  <a:pt x="3148451" y="23324"/>
                </a:cubicBezTo>
                <a:cubicBezTo>
                  <a:pt x="3175869" y="9663"/>
                  <a:pt x="3204758" y="2208"/>
                  <a:pt x="3233525" y="424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D9D591-88E9-10BD-FA86-D88E47AAC77B}"/>
              </a:ext>
            </a:extLst>
          </p:cNvPr>
          <p:cNvSpPr txBox="1"/>
          <p:nvPr/>
        </p:nvSpPr>
        <p:spPr>
          <a:xfrm>
            <a:off x="9333317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775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511A9911-CB3B-3485-1556-32CF19526CB4}"/>
              </a:ext>
            </a:extLst>
          </p:cNvPr>
          <p:cNvSpPr/>
          <p:nvPr/>
        </p:nvSpPr>
        <p:spPr>
          <a:xfrm>
            <a:off x="6791218" y="5057775"/>
            <a:ext cx="5273781" cy="12446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E54BD7B8-DDDD-BC9F-813A-1B3A2F9B9C14}"/>
              </a:ext>
            </a:extLst>
          </p:cNvPr>
          <p:cNvSpPr/>
          <p:nvPr/>
        </p:nvSpPr>
        <p:spPr>
          <a:xfrm>
            <a:off x="6791220" y="4330218"/>
            <a:ext cx="4613182" cy="7275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FA1C2-E2DD-4167-8782-8AEBC39C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10766774" cy="1514143"/>
          </a:xfrm>
        </p:spPr>
        <p:txBody>
          <a:bodyPr>
            <a:normAutofit/>
          </a:bodyPr>
          <a:lstStyle/>
          <a:p>
            <a:r>
              <a:rPr lang="ru-RU" b="1" dirty="0"/>
              <a:t>Спутник </a:t>
            </a:r>
            <a:r>
              <a:rPr lang="ru-RU" b="1" dirty="0" err="1"/>
              <a:t>деген</a:t>
            </a:r>
            <a:r>
              <a:rPr lang="ru-RU" b="1" dirty="0"/>
              <a:t> не?</a:t>
            </a:r>
            <a:br>
              <a:rPr lang="ru-RU" b="1" dirty="0"/>
            </a:br>
            <a:endParaRPr lang="ru-KZ" dirty="0"/>
          </a:p>
        </p:txBody>
      </p:sp>
      <p:pic>
        <p:nvPicPr>
          <p:cNvPr id="4" name="Объект 3" descr="Изображение выглядит как транспорт, спутник, пространство, Космическое простран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E804F0-AB9C-50AB-4555-059E3F6E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28" r="2" b="2"/>
          <a:stretch>
            <a:fillRect/>
          </a:stretch>
        </p:blipFill>
        <p:spPr>
          <a:xfrm>
            <a:off x="20" y="2914649"/>
            <a:ext cx="6361059" cy="3943347"/>
          </a:xfrm>
          <a:custGeom>
            <a:avLst/>
            <a:gdLst/>
            <a:ahLst/>
            <a:cxnLst/>
            <a:rect l="l" t="t" r="r" b="b"/>
            <a:pathLst>
              <a:path w="6361079" h="3943347">
                <a:moveTo>
                  <a:pt x="521474" y="414420"/>
                </a:moveTo>
                <a:cubicBezTo>
                  <a:pt x="604087" y="416876"/>
                  <a:pt x="680773" y="462341"/>
                  <a:pt x="722249" y="543640"/>
                </a:cubicBezTo>
                <a:cubicBezTo>
                  <a:pt x="788608" y="673720"/>
                  <a:pt x="739700" y="846277"/>
                  <a:pt x="613008" y="929058"/>
                </a:cubicBezTo>
                <a:cubicBezTo>
                  <a:pt x="581335" y="949753"/>
                  <a:pt x="547799" y="962878"/>
                  <a:pt x="514274" y="968891"/>
                </a:cubicBezTo>
                <a:cubicBezTo>
                  <a:pt x="489130" y="973403"/>
                  <a:pt x="463992" y="973912"/>
                  <a:pt x="439653" y="970617"/>
                </a:cubicBezTo>
                <a:cubicBezTo>
                  <a:pt x="366631" y="960729"/>
                  <a:pt x="300784" y="916586"/>
                  <a:pt x="263455" y="843416"/>
                </a:cubicBezTo>
                <a:cubicBezTo>
                  <a:pt x="197095" y="713337"/>
                  <a:pt x="246004" y="540779"/>
                  <a:pt x="372696" y="457999"/>
                </a:cubicBezTo>
                <a:cubicBezTo>
                  <a:pt x="420205" y="426956"/>
                  <a:pt x="471906" y="412946"/>
                  <a:pt x="521474" y="414420"/>
                </a:cubicBezTo>
                <a:close/>
                <a:moveTo>
                  <a:pt x="988185" y="281716"/>
                </a:moveTo>
                <a:cubicBezTo>
                  <a:pt x="1037936" y="272792"/>
                  <a:pt x="1087637" y="295525"/>
                  <a:pt x="1112257" y="343785"/>
                </a:cubicBezTo>
                <a:cubicBezTo>
                  <a:pt x="1145083" y="408130"/>
                  <a:pt x="1120890" y="493488"/>
                  <a:pt x="1058219" y="534438"/>
                </a:cubicBezTo>
                <a:cubicBezTo>
                  <a:pt x="1042551" y="544675"/>
                  <a:pt x="1025962" y="551167"/>
                  <a:pt x="1009378" y="554142"/>
                </a:cubicBezTo>
                <a:cubicBezTo>
                  <a:pt x="992795" y="557117"/>
                  <a:pt x="976216" y="556574"/>
                  <a:pt x="960571" y="552740"/>
                </a:cubicBezTo>
                <a:cubicBezTo>
                  <a:pt x="929280" y="545075"/>
                  <a:pt x="901719" y="524246"/>
                  <a:pt x="885306" y="492074"/>
                </a:cubicBezTo>
                <a:cubicBezTo>
                  <a:pt x="852480" y="427728"/>
                  <a:pt x="876674" y="342369"/>
                  <a:pt x="939345" y="301420"/>
                </a:cubicBezTo>
                <a:cubicBezTo>
                  <a:pt x="955012" y="291183"/>
                  <a:pt x="971601" y="284691"/>
                  <a:pt x="988185" y="281716"/>
                </a:cubicBezTo>
                <a:close/>
                <a:moveTo>
                  <a:pt x="5006427" y="845"/>
                </a:moveTo>
                <a:cubicBezTo>
                  <a:pt x="5347805" y="-11751"/>
                  <a:pt x="5676540" y="116155"/>
                  <a:pt x="5981087" y="410490"/>
                </a:cubicBezTo>
                <a:cubicBezTo>
                  <a:pt x="6412348" y="827687"/>
                  <a:pt x="6605759" y="1875951"/>
                  <a:pt x="5850729" y="2477646"/>
                </a:cubicBezTo>
                <a:cubicBezTo>
                  <a:pt x="5675883" y="2617020"/>
                  <a:pt x="5510922" y="2776772"/>
                  <a:pt x="5345844" y="2934556"/>
                </a:cubicBezTo>
                <a:cubicBezTo>
                  <a:pt x="5189746" y="3083841"/>
                  <a:pt x="5136460" y="3294597"/>
                  <a:pt x="5187221" y="3522782"/>
                </a:cubicBezTo>
                <a:cubicBezTo>
                  <a:pt x="5215294" y="3648193"/>
                  <a:pt x="5248406" y="3772235"/>
                  <a:pt x="5278756" y="3896963"/>
                </a:cubicBezTo>
                <a:lnTo>
                  <a:pt x="5289244" y="3943347"/>
                </a:lnTo>
                <a:lnTo>
                  <a:pt x="0" y="3943347"/>
                </a:lnTo>
                <a:lnTo>
                  <a:pt x="0" y="1141130"/>
                </a:lnTo>
                <a:lnTo>
                  <a:pt x="20427" y="1143747"/>
                </a:lnTo>
                <a:cubicBezTo>
                  <a:pt x="184004" y="1161317"/>
                  <a:pt x="349131" y="1167916"/>
                  <a:pt x="512761" y="1154170"/>
                </a:cubicBezTo>
                <a:cubicBezTo>
                  <a:pt x="714977" y="1137036"/>
                  <a:pt x="846044" y="936951"/>
                  <a:pt x="972888" y="756346"/>
                </a:cubicBezTo>
                <a:cubicBezTo>
                  <a:pt x="1288958" y="306148"/>
                  <a:pt x="1657725" y="145437"/>
                  <a:pt x="2042260" y="341101"/>
                </a:cubicBezTo>
                <a:cubicBezTo>
                  <a:pt x="2191395" y="416984"/>
                  <a:pt x="2319169" y="569188"/>
                  <a:pt x="2435451" y="712718"/>
                </a:cubicBezTo>
                <a:cubicBezTo>
                  <a:pt x="2747209" y="1097658"/>
                  <a:pt x="3118527" y="1070852"/>
                  <a:pt x="3463163" y="819175"/>
                </a:cubicBezTo>
                <a:cubicBezTo>
                  <a:pt x="3707831" y="639902"/>
                  <a:pt x="3938655" y="426737"/>
                  <a:pt x="4192369" y="273017"/>
                </a:cubicBezTo>
                <a:cubicBezTo>
                  <a:pt x="4467747" y="105432"/>
                  <a:pt x="4740911" y="10641"/>
                  <a:pt x="5006427" y="845"/>
                </a:cubicBezTo>
                <a:close/>
              </a:path>
            </a:pathLst>
          </a:cu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EF2C3311-C1BC-5760-8306-0C6C5E3B5F4A}"/>
              </a:ext>
            </a:extLst>
          </p:cNvPr>
          <p:cNvSpPr/>
          <p:nvPr/>
        </p:nvSpPr>
        <p:spPr>
          <a:xfrm>
            <a:off x="6791220" y="1219201"/>
            <a:ext cx="4613181" cy="12446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C5A0A901-4005-AB96-0E4F-B5ECEECD9DBB}"/>
              </a:ext>
            </a:extLst>
          </p:cNvPr>
          <p:cNvSpPr/>
          <p:nvPr/>
        </p:nvSpPr>
        <p:spPr>
          <a:xfrm>
            <a:off x="6791219" y="2419199"/>
            <a:ext cx="5273781" cy="12446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7DBC1B-9905-2A2A-A26D-A9209A70B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270" y="1219200"/>
            <a:ext cx="4813752" cy="5086018"/>
          </a:xfrm>
        </p:spPr>
        <p:txBody>
          <a:bodyPr anchor="t">
            <a:normAutofit fontScale="40000" lnSpcReduction="20000"/>
          </a:bodyPr>
          <a:lstStyle/>
          <a:p>
            <a:pPr>
              <a:buNone/>
            </a:pP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Спутник —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Жерді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немесе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аспан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денелерін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белгілі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бір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орбита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бойымен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айналып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жүретін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автоматты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ғарыштық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аппарат.</a:t>
            </a:r>
          </a:p>
          <a:p>
            <a:pPr>
              <a:buNone/>
            </a:pP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Ол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ғарышқа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арнайы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зымыран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ұшырылып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,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орбитаға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шыққаннан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кейін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адам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қатысуынсыз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жұмыс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істейді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pPr>
              <a:buNone/>
            </a:pPr>
            <a:b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sz="51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Қазіргі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спутниктер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—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жай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ғана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«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темір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»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емес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,</a:t>
            </a:r>
          </a:p>
          <a:p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олардың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ішінде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компьютер,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датчиктер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,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байланыс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энергияны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басқару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жүйелері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бар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күрделі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инженерлік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51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</a:t>
            </a:r>
            <a:r>
              <a:rPr lang="ru-RU" sz="51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F38DEBB1-6A7D-2D15-604D-4B86F742E616}"/>
                  </a:ext>
                </a:extLst>
              </p14:cNvPr>
              <p14:cNvContentPartPr/>
              <p14:nvPr/>
            </p14:nvContentPartPr>
            <p14:xfrm>
              <a:off x="6972120" y="2425975"/>
              <a:ext cx="360" cy="36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F38DEBB1-6A7D-2D15-604D-4B86F742E6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3120" y="241697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CACC540C-7394-3528-1BB9-B24FA0D6E318}"/>
              </a:ext>
            </a:extLst>
          </p:cNvPr>
          <p:cNvGrpSpPr/>
          <p:nvPr/>
        </p:nvGrpSpPr>
        <p:grpSpPr>
          <a:xfrm>
            <a:off x="6928200" y="2404375"/>
            <a:ext cx="1440000" cy="47160"/>
            <a:chOff x="6928200" y="2404375"/>
            <a:chExt cx="1440000" cy="4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E0A600F1-B529-8AA0-76A3-5C0950284303}"/>
                    </a:ext>
                  </a:extLst>
                </p14:cNvPr>
                <p14:cNvContentPartPr/>
                <p14:nvPr/>
              </p14:nvContentPartPr>
              <p14:xfrm>
                <a:off x="6942240" y="2405455"/>
                <a:ext cx="27360" cy="4608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E0A600F1-B529-8AA0-76A3-5C09502843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33240" y="2396815"/>
                  <a:ext cx="45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82CAA49A-3BAF-F429-0F1B-8D42C668348E}"/>
                    </a:ext>
                  </a:extLst>
                </p14:cNvPr>
                <p14:cNvContentPartPr/>
                <p14:nvPr/>
              </p14:nvContentPartPr>
              <p14:xfrm>
                <a:off x="6928200" y="2418415"/>
                <a:ext cx="3960" cy="2700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82CAA49A-3BAF-F429-0F1B-8D42C66834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19200" y="2409415"/>
                  <a:ext cx="21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9ED6B0E5-832F-1BD5-A0EE-A3F109F23044}"/>
                    </a:ext>
                  </a:extLst>
                </p14:cNvPr>
                <p14:cNvContentPartPr/>
                <p14:nvPr/>
              </p14:nvContentPartPr>
              <p14:xfrm>
                <a:off x="6978600" y="2412655"/>
                <a:ext cx="139680" cy="1656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9ED6B0E5-832F-1BD5-A0EE-A3F109F2304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69960" y="2404015"/>
                  <a:ext cx="157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17143E23-7C7F-F0A1-EAC7-0A9DE65D6C4C}"/>
                    </a:ext>
                  </a:extLst>
                </p14:cNvPr>
                <p14:cNvContentPartPr/>
                <p14:nvPr/>
              </p14:nvContentPartPr>
              <p14:xfrm>
                <a:off x="7095960" y="2404375"/>
                <a:ext cx="1272240" cy="44640"/>
              </p14:xfrm>
            </p:contentPart>
          </mc:Choice>
          <mc:Fallback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17143E23-7C7F-F0A1-EAC7-0A9DE65D6C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78320" y="2386735"/>
                  <a:ext cx="130788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6EF228B3-EA92-D499-4970-6BF837831489}"/>
                  </a:ext>
                </a:extLst>
              </p14:cNvPr>
              <p14:cNvContentPartPr/>
              <p14:nvPr/>
            </p14:nvContentPartPr>
            <p14:xfrm>
              <a:off x="8334465" y="2420640"/>
              <a:ext cx="888480" cy="9360"/>
            </p14:xfrm>
          </p:contentPart>
        </mc:Choice>
        <mc:Fallback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6EF228B3-EA92-D499-4970-6BF83783148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16465" y="2402640"/>
                <a:ext cx="9241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30EAA460-3A8D-5006-2D91-FEB714DDE20A}"/>
                  </a:ext>
                </a:extLst>
              </p14:cNvPr>
              <p14:cNvContentPartPr/>
              <p14:nvPr/>
            </p14:nvContentPartPr>
            <p14:xfrm>
              <a:off x="9247235" y="2380680"/>
              <a:ext cx="992520" cy="57960"/>
            </p14:xfrm>
          </p:contentPart>
        </mc:Choice>
        <mc:Fallback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30EAA460-3A8D-5006-2D91-FEB714DDE20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29235" y="2362680"/>
                <a:ext cx="10281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441C7B94-8B8F-9549-FDC3-DB931DAAD585}"/>
                  </a:ext>
                </a:extLst>
              </p14:cNvPr>
              <p14:cNvContentPartPr/>
              <p14:nvPr/>
            </p14:nvContentPartPr>
            <p14:xfrm>
              <a:off x="10256975" y="2402640"/>
              <a:ext cx="718200" cy="2088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441C7B94-8B8F-9549-FDC3-DB931DAAD58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38975" y="2384640"/>
                <a:ext cx="7538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27D5E8AC-18AC-98F5-1E61-3EB07852CBFB}"/>
                  </a:ext>
                </a:extLst>
              </p14:cNvPr>
              <p14:cNvContentPartPr/>
              <p14:nvPr/>
            </p14:nvContentPartPr>
            <p14:xfrm>
              <a:off x="10979470" y="2423880"/>
              <a:ext cx="314640" cy="1008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27D5E8AC-18AC-98F5-1E61-3EB07852CBF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961470" y="2405880"/>
                <a:ext cx="3502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38C7B48A-938F-357E-445B-5F5A19107477}"/>
                  </a:ext>
                </a:extLst>
              </p14:cNvPr>
              <p14:cNvContentPartPr/>
              <p14:nvPr/>
            </p14:nvContentPartPr>
            <p14:xfrm>
              <a:off x="6969525" y="5059180"/>
              <a:ext cx="261720" cy="11880"/>
            </p14:xfrm>
          </p:contentPart>
        </mc:Choice>
        <mc:Fallback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38C7B48A-938F-357E-445B-5F5A1910747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1885" y="5041180"/>
                <a:ext cx="297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E6F97C2B-3A91-F8B9-A1D0-FE2F8688D58E}"/>
                  </a:ext>
                </a:extLst>
              </p14:cNvPr>
              <p14:cNvContentPartPr/>
              <p14:nvPr/>
            </p14:nvContentPartPr>
            <p14:xfrm>
              <a:off x="6984554" y="5014268"/>
              <a:ext cx="1194480" cy="9828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E6F97C2B-3A91-F8B9-A1D0-FE2F8688D58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66914" y="4996268"/>
                <a:ext cx="12301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0523B703-11FD-4992-A6A4-EE68838E92B6}"/>
                  </a:ext>
                </a:extLst>
              </p14:cNvPr>
              <p14:cNvContentPartPr/>
              <p14:nvPr/>
            </p14:nvContentPartPr>
            <p14:xfrm>
              <a:off x="8178314" y="5040548"/>
              <a:ext cx="685440" cy="900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0523B703-11FD-4992-A6A4-EE68838E92B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60314" y="5022548"/>
                <a:ext cx="721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D4AF4373-246C-56A0-9B0E-6CD15F7EEB52}"/>
                  </a:ext>
                </a:extLst>
              </p14:cNvPr>
              <p14:cNvContentPartPr/>
              <p14:nvPr/>
            </p14:nvContentPartPr>
            <p14:xfrm>
              <a:off x="8900051" y="5044460"/>
              <a:ext cx="738000" cy="2736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D4AF4373-246C-56A0-9B0E-6CD15F7EEB5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882411" y="5026820"/>
                <a:ext cx="773640" cy="6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26103559-1102-64B6-9BC3-1E488CB6668F}"/>
              </a:ext>
            </a:extLst>
          </p:cNvPr>
          <p:cNvGrpSpPr/>
          <p:nvPr/>
        </p:nvGrpSpPr>
        <p:grpSpPr>
          <a:xfrm>
            <a:off x="9642196" y="5034740"/>
            <a:ext cx="1471217" cy="35280"/>
            <a:chOff x="9642196" y="5034740"/>
            <a:chExt cx="1471217" cy="3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Рукописный ввод 31">
                  <a:extLst>
                    <a:ext uri="{FF2B5EF4-FFF2-40B4-BE49-F238E27FC236}">
                      <a16:creationId xmlns:a16="http://schemas.microsoft.com/office/drawing/2014/main" id="{B2ACD450-C620-5F5E-A7EC-D5A551180CB0}"/>
                    </a:ext>
                  </a:extLst>
                </p14:cNvPr>
                <p14:cNvContentPartPr/>
                <p14:nvPr/>
              </p14:nvContentPartPr>
              <p14:xfrm>
                <a:off x="9642196" y="5034740"/>
                <a:ext cx="764280" cy="35280"/>
              </p14:xfrm>
            </p:contentPart>
          </mc:Choice>
          <mc:Fallback>
            <p:pic>
              <p:nvPicPr>
                <p:cNvPr id="32" name="Рукописный ввод 31">
                  <a:extLst>
                    <a:ext uri="{FF2B5EF4-FFF2-40B4-BE49-F238E27FC236}">
                      <a16:creationId xmlns:a16="http://schemas.microsoft.com/office/drawing/2014/main" id="{B2ACD450-C620-5F5E-A7EC-D5A551180C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24556" y="5017100"/>
                  <a:ext cx="799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Рукописный ввод 32">
                  <a:extLst>
                    <a:ext uri="{FF2B5EF4-FFF2-40B4-BE49-F238E27FC236}">
                      <a16:creationId xmlns:a16="http://schemas.microsoft.com/office/drawing/2014/main" id="{0A5081F3-A7C5-A750-E6D8-A1BA74D87DD0}"/>
                    </a:ext>
                  </a:extLst>
                </p14:cNvPr>
                <p14:cNvContentPartPr/>
                <p14:nvPr/>
              </p14:nvContentPartPr>
              <p14:xfrm>
                <a:off x="10440573" y="5050940"/>
                <a:ext cx="672840" cy="9720"/>
              </p14:xfrm>
            </p:contentPart>
          </mc:Choice>
          <mc:Fallback>
            <p:pic>
              <p:nvPicPr>
                <p:cNvPr id="33" name="Рукописный ввод 32">
                  <a:extLst>
                    <a:ext uri="{FF2B5EF4-FFF2-40B4-BE49-F238E27FC236}">
                      <a16:creationId xmlns:a16="http://schemas.microsoft.com/office/drawing/2014/main" id="{0A5081F3-A7C5-A750-E6D8-A1BA74D87DD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422933" y="5032940"/>
                  <a:ext cx="7084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6" name="Рукописный ввод 35">
                <a:extLst>
                  <a:ext uri="{FF2B5EF4-FFF2-40B4-BE49-F238E27FC236}">
                    <a16:creationId xmlns:a16="http://schemas.microsoft.com/office/drawing/2014/main" id="{B3E5697B-F28A-48E9-81CF-42E809534C48}"/>
                  </a:ext>
                </a:extLst>
              </p14:cNvPr>
              <p14:cNvContentPartPr/>
              <p14:nvPr/>
            </p14:nvContentPartPr>
            <p14:xfrm>
              <a:off x="11129942" y="5052020"/>
              <a:ext cx="137880" cy="2880"/>
            </p14:xfrm>
          </p:contentPart>
        </mc:Choice>
        <mc:Fallback>
          <p:pic>
            <p:nvPicPr>
              <p:cNvPr id="36" name="Рукописный ввод 35">
                <a:extLst>
                  <a:ext uri="{FF2B5EF4-FFF2-40B4-BE49-F238E27FC236}">
                    <a16:creationId xmlns:a16="http://schemas.microsoft.com/office/drawing/2014/main" id="{B3E5697B-F28A-48E9-81CF-42E809534C4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111942" y="5034380"/>
                <a:ext cx="173520" cy="3852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5E64C8F1-7EBF-934F-E085-5520512D1A2E}"/>
              </a:ext>
            </a:extLst>
          </p:cNvPr>
          <p:cNvSpPr txBox="1"/>
          <p:nvPr/>
        </p:nvSpPr>
        <p:spPr>
          <a:xfrm>
            <a:off x="9353641" y="6309211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320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F492561-960F-38B6-376E-3436ADDA9E20}"/>
              </a:ext>
            </a:extLst>
          </p:cNvPr>
          <p:cNvSpPr/>
          <p:nvPr/>
        </p:nvSpPr>
        <p:spPr>
          <a:xfrm>
            <a:off x="446262" y="4507893"/>
            <a:ext cx="5587086" cy="529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 useBgFill="1">
        <p:nvSpPr>
          <p:cNvPr id="1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0A7A9C1A-8C4F-F11F-4D33-96C1C69DD598}"/>
              </a:ext>
            </a:extLst>
          </p:cNvPr>
          <p:cNvSpPr/>
          <p:nvPr/>
        </p:nvSpPr>
        <p:spPr>
          <a:xfrm>
            <a:off x="878260" y="5098820"/>
            <a:ext cx="5593277" cy="7686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64C7359-C22E-6EDF-A4C1-25639E62AEEF}"/>
              </a:ext>
            </a:extLst>
          </p:cNvPr>
          <p:cNvSpPr/>
          <p:nvPr/>
        </p:nvSpPr>
        <p:spPr>
          <a:xfrm>
            <a:off x="1198746" y="3703471"/>
            <a:ext cx="5263551" cy="529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451ACA42-3F78-F362-4926-8DEB95CBED37}"/>
              </a:ext>
            </a:extLst>
          </p:cNvPr>
          <p:cNvSpPr/>
          <p:nvPr/>
        </p:nvSpPr>
        <p:spPr>
          <a:xfrm>
            <a:off x="357826" y="2874098"/>
            <a:ext cx="5079952" cy="55490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02465-4473-6D5A-2A7A-C1B32B2B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197" y="940485"/>
            <a:ext cx="5602778" cy="1451509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Спутниктер</a:t>
            </a:r>
            <a:r>
              <a:rPr lang="ru-RU" b="1" dirty="0"/>
              <a:t> не </a:t>
            </a:r>
            <a:r>
              <a:rPr lang="ru-RU" b="1" dirty="0" err="1"/>
              <a:t>үшін</a:t>
            </a:r>
            <a:r>
              <a:rPr lang="ru-RU" b="1" dirty="0"/>
              <a:t> </a:t>
            </a:r>
            <a:r>
              <a:rPr lang="ru-RU" b="1" dirty="0" err="1"/>
              <a:t>қолданылады</a:t>
            </a:r>
            <a:r>
              <a:rPr lang="ru-RU" b="1" dirty="0"/>
              <a:t>?</a:t>
            </a:r>
            <a:br>
              <a:rPr lang="ru-RU" b="1" dirty="0"/>
            </a:br>
            <a:endParaRPr lang="ru-KZ" dirty="0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3A6590AB-0D17-F35E-9DC2-D02AC7482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311" y="1920509"/>
            <a:ext cx="5924550" cy="1294180"/>
          </a:xfrm>
        </p:spPr>
        <p:txBody>
          <a:bodyPr anchor="t">
            <a:normAutofit/>
          </a:bodyPr>
          <a:lstStyle/>
          <a:p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Спутниктердің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негізгі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қолдану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бағыттары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endParaRPr lang="en-US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4" name="Объект 3" descr="Изображение выглядит как транспорт, спутник, пространство, Космическое простран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E656C8F-4EB3-156D-B65A-02A5E6364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56" r="33469" b="1"/>
          <a:stretch>
            <a:fillRect/>
          </a:stretch>
        </p:blipFill>
        <p:spPr>
          <a:xfrm>
            <a:off x="6465346" y="1"/>
            <a:ext cx="5726654" cy="6857999"/>
          </a:xfrm>
          <a:custGeom>
            <a:avLst/>
            <a:gdLst/>
            <a:ahLst/>
            <a:cxnLst/>
            <a:rect l="l" t="t" r="r" b="b"/>
            <a:pathLst>
              <a:path w="5726654" h="6857999">
                <a:moveTo>
                  <a:pt x="615191" y="3536634"/>
                </a:moveTo>
                <a:cubicBezTo>
                  <a:pt x="896629" y="3536634"/>
                  <a:pt x="1124779" y="3764784"/>
                  <a:pt x="1124779" y="4046222"/>
                </a:cubicBezTo>
                <a:cubicBezTo>
                  <a:pt x="1124779" y="4327660"/>
                  <a:pt x="896629" y="4555810"/>
                  <a:pt x="615191" y="4555810"/>
                </a:cubicBezTo>
                <a:cubicBezTo>
                  <a:pt x="333753" y="4555810"/>
                  <a:pt x="105603" y="4327660"/>
                  <a:pt x="105603" y="4046222"/>
                </a:cubicBezTo>
                <a:cubicBezTo>
                  <a:pt x="105603" y="3764784"/>
                  <a:pt x="333753" y="3536634"/>
                  <a:pt x="615191" y="3536634"/>
                </a:cubicBezTo>
                <a:close/>
                <a:moveTo>
                  <a:pt x="1497781" y="0"/>
                </a:moveTo>
                <a:lnTo>
                  <a:pt x="5726654" y="0"/>
                </a:lnTo>
                <a:lnTo>
                  <a:pt x="5726654" y="6857999"/>
                </a:lnTo>
                <a:lnTo>
                  <a:pt x="311758" y="6857999"/>
                </a:lnTo>
                <a:lnTo>
                  <a:pt x="314131" y="6707669"/>
                </a:lnTo>
                <a:cubicBezTo>
                  <a:pt x="335133" y="6366408"/>
                  <a:pt x="433652" y="6019041"/>
                  <a:pt x="599703" y="5670857"/>
                </a:cubicBezTo>
                <a:cubicBezTo>
                  <a:pt x="770258" y="5311555"/>
                  <a:pt x="1010814" y="4986831"/>
                  <a:pt x="1211434" y="4641254"/>
                </a:cubicBezTo>
                <a:cubicBezTo>
                  <a:pt x="1493037" y="4154455"/>
                  <a:pt x="1511836" y="3622743"/>
                  <a:pt x="1053042" y="3164268"/>
                </a:cubicBezTo>
                <a:cubicBezTo>
                  <a:pt x="881978" y="2993263"/>
                  <a:pt x="700423" y="2805522"/>
                  <a:pt x="607049" y="2589404"/>
                </a:cubicBezTo>
                <a:cubicBezTo>
                  <a:pt x="366280" y="2032157"/>
                  <a:pt x="541126" y="1508060"/>
                  <a:pt x="1054916" y="1068098"/>
                </a:cubicBezTo>
                <a:cubicBezTo>
                  <a:pt x="1261028" y="891534"/>
                  <a:pt x="1489689" y="709487"/>
                  <a:pt x="1502878" y="419994"/>
                </a:cubicBezTo>
                <a:cubicBezTo>
                  <a:pt x="1506390" y="341909"/>
                  <a:pt x="1507263" y="263519"/>
                  <a:pt x="1505905" y="184995"/>
                </a:cubicBezTo>
                <a:close/>
                <a:moveTo>
                  <a:pt x="14544" y="0"/>
                </a:moveTo>
                <a:lnTo>
                  <a:pt x="879353" y="0"/>
                </a:lnTo>
                <a:lnTo>
                  <a:pt x="892054" y="78051"/>
                </a:lnTo>
                <a:cubicBezTo>
                  <a:pt x="904493" y="285270"/>
                  <a:pt x="770272" y="479620"/>
                  <a:pt x="561941" y="535442"/>
                </a:cubicBezTo>
                <a:cubicBezTo>
                  <a:pt x="323847" y="599239"/>
                  <a:pt x="79117" y="457944"/>
                  <a:pt x="15320" y="219851"/>
                </a:cubicBezTo>
                <a:cubicBezTo>
                  <a:pt x="-630" y="160328"/>
                  <a:pt x="-3761" y="100390"/>
                  <a:pt x="4235" y="42968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6DA873-ABC2-EEA6-2DAB-C670B982052C}"/>
              </a:ext>
            </a:extLst>
          </p:cNvPr>
          <p:cNvSpPr txBox="1"/>
          <p:nvPr/>
        </p:nvSpPr>
        <p:spPr>
          <a:xfrm>
            <a:off x="357826" y="2874097"/>
            <a:ext cx="5368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байланыс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(телефон, интернет,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теледидар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53EBC-ECB3-F48F-5E84-D09ECDF2CD79}"/>
              </a:ext>
            </a:extLst>
          </p:cNvPr>
          <p:cNvSpPr txBox="1"/>
          <p:nvPr/>
        </p:nvSpPr>
        <p:spPr>
          <a:xfrm>
            <a:off x="1201795" y="3775632"/>
            <a:ext cx="526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-навигация (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GPS,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көлік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қозғалысы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, авиация)</a:t>
            </a:r>
          </a:p>
          <a:p>
            <a:endParaRPr lang="ru-K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69267-14CE-6739-478B-199834F23321}"/>
              </a:ext>
            </a:extLst>
          </p:cNvPr>
          <p:cNvSpPr txBox="1"/>
          <p:nvPr/>
        </p:nvSpPr>
        <p:spPr>
          <a:xfrm>
            <a:off x="936023" y="5135198"/>
            <a:ext cx="635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Жерді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қашықтан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зондтау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(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орман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, су, экология,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қауіпсіздік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)</a:t>
            </a:r>
          </a:p>
          <a:p>
            <a:endParaRPr lang="ru-KZ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256D5-7E2E-5E87-D42A-FC9C89A4F085}"/>
              </a:ext>
            </a:extLst>
          </p:cNvPr>
          <p:cNvSpPr txBox="1"/>
          <p:nvPr/>
        </p:nvSpPr>
        <p:spPr>
          <a:xfrm>
            <a:off x="871610" y="5920941"/>
            <a:ext cx="5079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Бүгінгі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күнгі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экономика,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қауіпсіздік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ғылым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спутниктерсіз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толыққанды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жұмыс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істей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алмайды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ru-KZ" b="1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EEA91BBE-5635-605C-2167-545A7DD08E51}"/>
              </a:ext>
            </a:extLst>
          </p:cNvPr>
          <p:cNvSpPr/>
          <p:nvPr/>
        </p:nvSpPr>
        <p:spPr>
          <a:xfrm>
            <a:off x="357826" y="4446916"/>
            <a:ext cx="3149303" cy="529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704FF-7714-E49A-2F7A-25A75E0789D0}"/>
              </a:ext>
            </a:extLst>
          </p:cNvPr>
          <p:cNvSpPr txBox="1"/>
          <p:nvPr/>
        </p:nvSpPr>
        <p:spPr>
          <a:xfrm>
            <a:off x="449311" y="4507892"/>
            <a:ext cx="4233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ауа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райын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болжау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KZ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E9E1A8-6EE1-2ACC-5353-AFCE644AB8A4}"/>
              </a:ext>
            </a:extLst>
          </p:cNvPr>
          <p:cNvSpPr txBox="1"/>
          <p:nvPr/>
        </p:nvSpPr>
        <p:spPr>
          <a:xfrm>
            <a:off x="9328673" y="6211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322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6E61A-BFA9-977A-214B-604714A0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74" y="552782"/>
            <a:ext cx="5149326" cy="164366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Спутник </a:t>
            </a:r>
            <a:r>
              <a:rPr lang="ru-RU" b="1" dirty="0" err="1"/>
              <a:t>қалай</a:t>
            </a:r>
            <a:r>
              <a:rPr lang="ru-RU" b="1" dirty="0"/>
              <a:t> </a:t>
            </a:r>
            <a:r>
              <a:rPr lang="ru-RU" b="1" dirty="0" err="1"/>
              <a:t>жұмыс</a:t>
            </a:r>
            <a:r>
              <a:rPr lang="ru-RU" b="1" dirty="0"/>
              <a:t> </a:t>
            </a:r>
            <a:r>
              <a:rPr lang="ru-RU" b="1" dirty="0" err="1"/>
              <a:t>істейді</a:t>
            </a:r>
            <a:r>
              <a:rPr lang="ru-RU" b="1" dirty="0"/>
              <a:t>?</a:t>
            </a:r>
            <a:br>
              <a:rPr lang="ru-RU" b="1" dirty="0"/>
            </a:br>
            <a:endParaRPr lang="ru-KZ" dirty="0"/>
          </a:p>
        </p:txBody>
      </p:sp>
      <p:pic>
        <p:nvPicPr>
          <p:cNvPr id="4" name="Объект 3" descr="Изображение выглядит как транспорт, спутник, космический корабль, Космическое простран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CC88B44-BD7B-A903-C840-4AA189C364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9" r="28164" b="-2"/>
          <a:stretch>
            <a:fillRect/>
          </a:stretch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84A449-10E9-10A5-3CB3-79F15967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025" y="1681933"/>
            <a:ext cx="5149326" cy="609855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Спутник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орбитада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болған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4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кезде</a:t>
            </a:r>
            <a:r>
              <a:rPr lang="ru-RU" sz="2400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AB03CD7F-5177-A9C2-3C2A-80F241154E54}"/>
              </a:ext>
            </a:extLst>
          </p:cNvPr>
          <p:cNvSpPr/>
          <p:nvPr/>
        </p:nvSpPr>
        <p:spPr>
          <a:xfrm>
            <a:off x="6590650" y="2384385"/>
            <a:ext cx="4173806" cy="69448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ADB1525-E225-F875-BD73-A2F617AE38CD}"/>
              </a:ext>
            </a:extLst>
          </p:cNvPr>
          <p:cNvSpPr/>
          <p:nvPr/>
        </p:nvSpPr>
        <p:spPr>
          <a:xfrm>
            <a:off x="6590650" y="3183897"/>
            <a:ext cx="4625218" cy="69448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4910BB9E-972E-C3E8-ECF6-DC0E62053D58}"/>
              </a:ext>
            </a:extLst>
          </p:cNvPr>
          <p:cNvSpPr/>
          <p:nvPr/>
        </p:nvSpPr>
        <p:spPr>
          <a:xfrm>
            <a:off x="6570959" y="3983409"/>
            <a:ext cx="5149325" cy="69448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AAF505B-FB36-6D63-959E-B1C54C335A09}"/>
              </a:ext>
            </a:extLst>
          </p:cNvPr>
          <p:cNvSpPr/>
          <p:nvPr/>
        </p:nvSpPr>
        <p:spPr>
          <a:xfrm>
            <a:off x="6590650" y="4811499"/>
            <a:ext cx="5598302" cy="69448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A6EE2-60F9-714D-9CFE-640E58E18FDF}"/>
              </a:ext>
            </a:extLst>
          </p:cNvPr>
          <p:cNvSpPr txBox="1"/>
          <p:nvPr/>
        </p:nvSpPr>
        <p:spPr>
          <a:xfrm>
            <a:off x="6551271" y="2384385"/>
            <a:ext cx="46645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батареялары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энергия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жинайды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ішкі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датчиктер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температураны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,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кернеуді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күйін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өлшейді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борттық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компьютер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алынған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деректерді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өңдейді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байланыс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антенналары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Жерге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ақпарат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жібереді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K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84B67-32A6-DCF5-E4D0-7705912CE4DD}"/>
              </a:ext>
            </a:extLst>
          </p:cNvPr>
          <p:cNvSpPr txBox="1"/>
          <p:nvPr/>
        </p:nvSpPr>
        <p:spPr>
          <a:xfrm>
            <a:off x="674523" y="5663040"/>
            <a:ext cx="8471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Барлық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процесс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автоматты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түрде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жүреді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,</a:t>
            </a:r>
          </a:p>
          <a:p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ал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жердегі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оператор тек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шектеулі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жағдайда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ғана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араласа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алады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ru-KZ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F977E-829D-CC87-DF51-8D1EF1CE39B7}"/>
              </a:ext>
            </a:extLst>
          </p:cNvPr>
          <p:cNvSpPr txBox="1"/>
          <p:nvPr/>
        </p:nvSpPr>
        <p:spPr>
          <a:xfrm>
            <a:off x="9389801" y="6305218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0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9D1A9-90AD-B435-9E6E-079179AF3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10766774" cy="1514143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Спутник </a:t>
            </a:r>
            <a:r>
              <a:rPr lang="ru-RU" b="1" dirty="0" err="1"/>
              <a:t>ғарышқа</a:t>
            </a:r>
            <a:r>
              <a:rPr lang="ru-RU" b="1" dirty="0"/>
              <a:t> </a:t>
            </a:r>
            <a:r>
              <a:rPr lang="ru-RU" b="1" dirty="0" err="1"/>
              <a:t>қалай</a:t>
            </a:r>
            <a:r>
              <a:rPr lang="ru-RU" b="1" dirty="0"/>
              <a:t> </a:t>
            </a:r>
            <a:r>
              <a:rPr lang="ru-RU" b="1" dirty="0" err="1"/>
              <a:t>ұшырылады</a:t>
            </a:r>
            <a:r>
              <a:rPr lang="ru-RU" b="1" dirty="0"/>
              <a:t>?</a:t>
            </a:r>
            <a:br>
              <a:rPr lang="ru-RU" b="1" dirty="0"/>
            </a:br>
            <a:endParaRPr lang="ru-KZ" dirty="0"/>
          </a:p>
        </p:txBody>
      </p:sp>
      <p:pic>
        <p:nvPicPr>
          <p:cNvPr id="4" name="Объект 3" descr="Изображение выглядит как Космическое пространство, пространство, Астрономический объект, Земл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4F4FF4B-604C-46EE-BACD-A2DFDD8C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815"/>
          <a:stretch>
            <a:fillRect/>
          </a:stretch>
        </p:blipFill>
        <p:spPr>
          <a:xfrm>
            <a:off x="20" y="2914649"/>
            <a:ext cx="6361059" cy="3943347"/>
          </a:xfrm>
          <a:custGeom>
            <a:avLst/>
            <a:gdLst/>
            <a:ahLst/>
            <a:cxnLst/>
            <a:rect l="l" t="t" r="r" b="b"/>
            <a:pathLst>
              <a:path w="6361079" h="3943347">
                <a:moveTo>
                  <a:pt x="521474" y="414420"/>
                </a:moveTo>
                <a:cubicBezTo>
                  <a:pt x="604087" y="416876"/>
                  <a:pt x="680773" y="462341"/>
                  <a:pt x="722249" y="543640"/>
                </a:cubicBezTo>
                <a:cubicBezTo>
                  <a:pt x="788608" y="673720"/>
                  <a:pt x="739700" y="846277"/>
                  <a:pt x="613008" y="929058"/>
                </a:cubicBezTo>
                <a:cubicBezTo>
                  <a:pt x="581335" y="949753"/>
                  <a:pt x="547799" y="962878"/>
                  <a:pt x="514274" y="968891"/>
                </a:cubicBezTo>
                <a:cubicBezTo>
                  <a:pt x="489130" y="973403"/>
                  <a:pt x="463992" y="973912"/>
                  <a:pt x="439653" y="970617"/>
                </a:cubicBezTo>
                <a:cubicBezTo>
                  <a:pt x="366631" y="960729"/>
                  <a:pt x="300784" y="916586"/>
                  <a:pt x="263455" y="843416"/>
                </a:cubicBezTo>
                <a:cubicBezTo>
                  <a:pt x="197095" y="713337"/>
                  <a:pt x="246004" y="540779"/>
                  <a:pt x="372696" y="457999"/>
                </a:cubicBezTo>
                <a:cubicBezTo>
                  <a:pt x="420205" y="426956"/>
                  <a:pt x="471906" y="412946"/>
                  <a:pt x="521474" y="414420"/>
                </a:cubicBezTo>
                <a:close/>
                <a:moveTo>
                  <a:pt x="988185" y="281716"/>
                </a:moveTo>
                <a:cubicBezTo>
                  <a:pt x="1037936" y="272792"/>
                  <a:pt x="1087637" y="295525"/>
                  <a:pt x="1112257" y="343785"/>
                </a:cubicBezTo>
                <a:cubicBezTo>
                  <a:pt x="1145083" y="408130"/>
                  <a:pt x="1120890" y="493488"/>
                  <a:pt x="1058219" y="534438"/>
                </a:cubicBezTo>
                <a:cubicBezTo>
                  <a:pt x="1042551" y="544675"/>
                  <a:pt x="1025962" y="551167"/>
                  <a:pt x="1009378" y="554142"/>
                </a:cubicBezTo>
                <a:cubicBezTo>
                  <a:pt x="992795" y="557117"/>
                  <a:pt x="976216" y="556574"/>
                  <a:pt x="960571" y="552740"/>
                </a:cubicBezTo>
                <a:cubicBezTo>
                  <a:pt x="929280" y="545075"/>
                  <a:pt x="901719" y="524246"/>
                  <a:pt x="885306" y="492074"/>
                </a:cubicBezTo>
                <a:cubicBezTo>
                  <a:pt x="852480" y="427728"/>
                  <a:pt x="876674" y="342369"/>
                  <a:pt x="939345" y="301420"/>
                </a:cubicBezTo>
                <a:cubicBezTo>
                  <a:pt x="955012" y="291183"/>
                  <a:pt x="971601" y="284691"/>
                  <a:pt x="988185" y="281716"/>
                </a:cubicBezTo>
                <a:close/>
                <a:moveTo>
                  <a:pt x="5006427" y="845"/>
                </a:moveTo>
                <a:cubicBezTo>
                  <a:pt x="5347805" y="-11751"/>
                  <a:pt x="5676540" y="116155"/>
                  <a:pt x="5981087" y="410490"/>
                </a:cubicBezTo>
                <a:cubicBezTo>
                  <a:pt x="6412348" y="827687"/>
                  <a:pt x="6605759" y="1875951"/>
                  <a:pt x="5850729" y="2477646"/>
                </a:cubicBezTo>
                <a:cubicBezTo>
                  <a:pt x="5675883" y="2617020"/>
                  <a:pt x="5510922" y="2776772"/>
                  <a:pt x="5345844" y="2934556"/>
                </a:cubicBezTo>
                <a:cubicBezTo>
                  <a:pt x="5189746" y="3083841"/>
                  <a:pt x="5136460" y="3294597"/>
                  <a:pt x="5187221" y="3522782"/>
                </a:cubicBezTo>
                <a:cubicBezTo>
                  <a:pt x="5215294" y="3648193"/>
                  <a:pt x="5248406" y="3772235"/>
                  <a:pt x="5278756" y="3896963"/>
                </a:cubicBezTo>
                <a:lnTo>
                  <a:pt x="5289244" y="3943347"/>
                </a:lnTo>
                <a:lnTo>
                  <a:pt x="0" y="3943347"/>
                </a:lnTo>
                <a:lnTo>
                  <a:pt x="0" y="1141130"/>
                </a:lnTo>
                <a:lnTo>
                  <a:pt x="20427" y="1143747"/>
                </a:lnTo>
                <a:cubicBezTo>
                  <a:pt x="184004" y="1161317"/>
                  <a:pt x="349131" y="1167916"/>
                  <a:pt x="512761" y="1154170"/>
                </a:cubicBezTo>
                <a:cubicBezTo>
                  <a:pt x="714977" y="1137036"/>
                  <a:pt x="846044" y="936951"/>
                  <a:pt x="972888" y="756346"/>
                </a:cubicBezTo>
                <a:cubicBezTo>
                  <a:pt x="1288958" y="306148"/>
                  <a:pt x="1657725" y="145437"/>
                  <a:pt x="2042260" y="341101"/>
                </a:cubicBezTo>
                <a:cubicBezTo>
                  <a:pt x="2191395" y="416984"/>
                  <a:pt x="2319169" y="569188"/>
                  <a:pt x="2435451" y="712718"/>
                </a:cubicBezTo>
                <a:cubicBezTo>
                  <a:pt x="2747209" y="1097658"/>
                  <a:pt x="3118527" y="1070852"/>
                  <a:pt x="3463163" y="819175"/>
                </a:cubicBezTo>
                <a:cubicBezTo>
                  <a:pt x="3707831" y="639902"/>
                  <a:pt x="3938655" y="426737"/>
                  <a:pt x="4192369" y="273017"/>
                </a:cubicBezTo>
                <a:cubicBezTo>
                  <a:pt x="4467747" y="105432"/>
                  <a:pt x="4740911" y="10641"/>
                  <a:pt x="5006427" y="845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A9B338-E63C-46F8-58B5-D6B5DB76B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93" y="1582824"/>
            <a:ext cx="9459997" cy="1846176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Спутник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зымыран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тасығыш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ғарышқа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жеткізіледі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Ұшыру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кезінде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үлкен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механикалық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жүктемелер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мен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температуралық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әсерлер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болады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9B3087C-1A97-19BE-8709-93A23FEE71CD}"/>
              </a:ext>
            </a:extLst>
          </p:cNvPr>
          <p:cNvSpPr/>
          <p:nvPr/>
        </p:nvSpPr>
        <p:spPr>
          <a:xfrm>
            <a:off x="7188112" y="3317661"/>
            <a:ext cx="4419910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BD5142B3-3460-7680-FF35-F1D2618AF6A2}"/>
              </a:ext>
            </a:extLst>
          </p:cNvPr>
          <p:cNvSpPr/>
          <p:nvPr/>
        </p:nvSpPr>
        <p:spPr>
          <a:xfrm>
            <a:off x="7188112" y="4185692"/>
            <a:ext cx="4419910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A8130488-641F-0405-59E2-67FF54B33668}"/>
              </a:ext>
            </a:extLst>
          </p:cNvPr>
          <p:cNvSpPr/>
          <p:nvPr/>
        </p:nvSpPr>
        <p:spPr>
          <a:xfrm>
            <a:off x="7188112" y="5053723"/>
            <a:ext cx="4419910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682D3-5A57-9EBB-80E4-318064876E4D}"/>
              </a:ext>
            </a:extLst>
          </p:cNvPr>
          <p:cNvSpPr txBox="1"/>
          <p:nvPr/>
        </p:nvSpPr>
        <p:spPr>
          <a:xfrm>
            <a:off x="7141029" y="2830056"/>
            <a:ext cx="44669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Орбитаға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шыққаннан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кейін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pPr>
              <a:buNone/>
            </a:pP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-спутник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жылдар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бойы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жұмыс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істеуі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керек</a:t>
            </a:r>
          </a:p>
          <a:p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жөндеу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немесе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ауыстыру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мүмкін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емес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келген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қате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миссияның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толық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жоғалуына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әкелуі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мүмкін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KZ" b="1" dirty="0"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5F730-05B1-3505-A34E-C2F5EE8DDF87}"/>
              </a:ext>
            </a:extLst>
          </p:cNvPr>
          <p:cNvSpPr txBox="1"/>
          <p:nvPr/>
        </p:nvSpPr>
        <p:spPr>
          <a:xfrm>
            <a:off x="5876762" y="6076555"/>
            <a:ext cx="5836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Сондықтан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сенімді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ақылды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басқару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жүйесі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өте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маңызды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ru-KZ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B631E5-12BB-5065-F7D2-2C242A71A8B0}"/>
              </a:ext>
            </a:extLst>
          </p:cNvPr>
          <p:cNvSpPr txBox="1"/>
          <p:nvPr/>
        </p:nvSpPr>
        <p:spPr>
          <a:xfrm>
            <a:off x="9398067" y="6312365"/>
            <a:ext cx="3556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077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D938D-4DEA-46C4-A62E-9ABD23F87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171A1-554E-9906-3C65-84F4613E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77453"/>
            <a:ext cx="4948844" cy="19976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u-RU" sz="3600" b="1" dirty="0" err="1"/>
              <a:t>Ғарыштағы</a:t>
            </a:r>
            <a:r>
              <a:rPr lang="ru-RU" sz="3600" b="1" dirty="0"/>
              <a:t> </a:t>
            </a:r>
            <a:r>
              <a:rPr lang="ru-RU" sz="3600" b="1" dirty="0" err="1"/>
              <a:t>негізгі</a:t>
            </a:r>
            <a:r>
              <a:rPr lang="ru-RU" sz="3600" b="1" dirty="0"/>
              <a:t> </a:t>
            </a:r>
            <a:r>
              <a:rPr lang="ru-RU" sz="3600" b="1" dirty="0" err="1"/>
              <a:t>проблемалар</a:t>
            </a:r>
            <a:br>
              <a:rPr lang="ru-RU" sz="2400" b="1" dirty="0"/>
            </a:br>
            <a:endParaRPr lang="en-US" sz="5400" dirty="0"/>
          </a:p>
        </p:txBody>
      </p:sp>
      <p:pic>
        <p:nvPicPr>
          <p:cNvPr id="4" name="Объект 3" descr="Изображение выглядит как пространство, звезда, галактика, созвезд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1437606-A846-8180-3D2C-CC9C47CB6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5" r="16421" b="-2"/>
          <a:stretch>
            <a:fillRect/>
          </a:stretch>
        </p:blipFill>
        <p:spPr>
          <a:xfrm>
            <a:off x="5124084" y="1"/>
            <a:ext cx="7067916" cy="5679191"/>
          </a:xfrm>
          <a:custGeom>
            <a:avLst/>
            <a:gdLst/>
            <a:ahLst/>
            <a:cxnLst/>
            <a:rect l="l" t="t" r="r" b="b"/>
            <a:pathLst>
              <a:path w="7067916" h="5679191">
                <a:moveTo>
                  <a:pt x="5937534" y="5135947"/>
                </a:moveTo>
                <a:cubicBezTo>
                  <a:pt x="5955933" y="5133031"/>
                  <a:pt x="5974326" y="5133563"/>
                  <a:pt x="5991684" y="5137321"/>
                </a:cubicBezTo>
                <a:cubicBezTo>
                  <a:pt x="6026400" y="5144836"/>
                  <a:pt x="6056978" y="5165255"/>
                  <a:pt x="6075187" y="5196795"/>
                </a:cubicBezTo>
                <a:cubicBezTo>
                  <a:pt x="6111607" y="5259875"/>
                  <a:pt x="6084765" y="5343555"/>
                  <a:pt x="6015234" y="5383699"/>
                </a:cubicBezTo>
                <a:cubicBezTo>
                  <a:pt x="5945703" y="5423842"/>
                  <a:pt x="5859813" y="5405248"/>
                  <a:pt x="5823394" y="5342168"/>
                </a:cubicBezTo>
                <a:cubicBezTo>
                  <a:pt x="5786974" y="5279088"/>
                  <a:pt x="5813816" y="5195408"/>
                  <a:pt x="5883347" y="5155264"/>
                </a:cubicBezTo>
                <a:cubicBezTo>
                  <a:pt x="5900730" y="5145228"/>
                  <a:pt x="5919135" y="5138864"/>
                  <a:pt x="5937534" y="5135947"/>
                </a:cubicBezTo>
                <a:close/>
                <a:moveTo>
                  <a:pt x="6569625" y="4727663"/>
                </a:moveTo>
                <a:cubicBezTo>
                  <a:pt x="6650640" y="4737356"/>
                  <a:pt x="6723696" y="4780631"/>
                  <a:pt x="6765110" y="4852362"/>
                </a:cubicBezTo>
                <a:cubicBezTo>
                  <a:pt x="6838735" y="4979883"/>
                  <a:pt x="6784472" y="5149048"/>
                  <a:pt x="6643912" y="5230200"/>
                </a:cubicBezTo>
                <a:cubicBezTo>
                  <a:pt x="6503351" y="5311353"/>
                  <a:pt x="6329720" y="5273763"/>
                  <a:pt x="6256095" y="5146242"/>
                </a:cubicBezTo>
                <a:cubicBezTo>
                  <a:pt x="6182471" y="5018721"/>
                  <a:pt x="6236733" y="4849557"/>
                  <a:pt x="6377294" y="4768404"/>
                </a:cubicBezTo>
                <a:cubicBezTo>
                  <a:pt x="6412434" y="4748116"/>
                  <a:pt x="6449641" y="4735249"/>
                  <a:pt x="6486836" y="4729354"/>
                </a:cubicBezTo>
                <a:cubicBezTo>
                  <a:pt x="6514732" y="4724932"/>
                  <a:pt x="6542621" y="4724432"/>
                  <a:pt x="6569625" y="4727663"/>
                </a:cubicBezTo>
                <a:close/>
                <a:moveTo>
                  <a:pt x="4883726" y="0"/>
                </a:moveTo>
                <a:lnTo>
                  <a:pt x="6067704" y="0"/>
                </a:lnTo>
                <a:lnTo>
                  <a:pt x="7067916" y="0"/>
                </a:lnTo>
                <a:lnTo>
                  <a:pt x="7067916" y="4561693"/>
                </a:lnTo>
                <a:lnTo>
                  <a:pt x="7034742" y="4557937"/>
                </a:lnTo>
                <a:cubicBezTo>
                  <a:pt x="6853258" y="4540713"/>
                  <a:pt x="6670056" y="4534243"/>
                  <a:pt x="6488514" y="4547719"/>
                </a:cubicBezTo>
                <a:cubicBezTo>
                  <a:pt x="6264162" y="4564516"/>
                  <a:pt x="6118747" y="4760666"/>
                  <a:pt x="5978019" y="4937720"/>
                </a:cubicBezTo>
                <a:cubicBezTo>
                  <a:pt x="5627350" y="5379064"/>
                  <a:pt x="5218215" y="5536615"/>
                  <a:pt x="4791586" y="5344798"/>
                </a:cubicBezTo>
                <a:cubicBezTo>
                  <a:pt x="4626126" y="5270408"/>
                  <a:pt x="4484365" y="5121197"/>
                  <a:pt x="4355354" y="4980490"/>
                </a:cubicBezTo>
                <a:cubicBezTo>
                  <a:pt x="4009469" y="4603119"/>
                  <a:pt x="3597504" y="4629399"/>
                  <a:pt x="3215143" y="4876126"/>
                </a:cubicBezTo>
                <a:cubicBezTo>
                  <a:pt x="2943692" y="5051874"/>
                  <a:pt x="2687599" y="5260847"/>
                  <a:pt x="2406113" y="5411544"/>
                </a:cubicBezTo>
                <a:cubicBezTo>
                  <a:pt x="1707773" y="5787063"/>
                  <a:pt x="1022273" y="5789747"/>
                  <a:pt x="421590" y="5276775"/>
                </a:cubicBezTo>
                <a:cubicBezTo>
                  <a:pt x="-56880" y="4867782"/>
                  <a:pt x="-271463" y="3840132"/>
                  <a:pt x="566218" y="3250270"/>
                </a:cubicBezTo>
                <a:cubicBezTo>
                  <a:pt x="760203" y="3113637"/>
                  <a:pt x="943222" y="2957027"/>
                  <a:pt x="1126371" y="2802345"/>
                </a:cubicBezTo>
                <a:cubicBezTo>
                  <a:pt x="1299556" y="2655997"/>
                  <a:pt x="1358675" y="2449385"/>
                  <a:pt x="1302357" y="2225687"/>
                </a:cubicBezTo>
                <a:cubicBezTo>
                  <a:pt x="1240067" y="1979799"/>
                  <a:pt x="1155407" y="1739276"/>
                  <a:pt x="1117638" y="1488008"/>
                </a:cubicBezTo>
                <a:cubicBezTo>
                  <a:pt x="1050261" y="1039959"/>
                  <a:pt x="1226674" y="663622"/>
                  <a:pt x="1730966" y="502696"/>
                </a:cubicBezTo>
                <a:cubicBezTo>
                  <a:pt x="2144524" y="370704"/>
                  <a:pt x="2521883" y="462351"/>
                  <a:pt x="2901105" y="610346"/>
                </a:cubicBezTo>
                <a:cubicBezTo>
                  <a:pt x="3229040" y="738211"/>
                  <a:pt x="3585064" y="864609"/>
                  <a:pt x="3927078" y="715576"/>
                </a:cubicBezTo>
                <a:cubicBezTo>
                  <a:pt x="4203888" y="594747"/>
                  <a:pt x="4439765" y="348646"/>
                  <a:pt x="4692158" y="155484"/>
                </a:cubicBezTo>
                <a:close/>
              </a:path>
            </a:pathLst>
          </a:cu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9D18F510-6D3E-D8C8-105A-5D23ED2859E5}"/>
              </a:ext>
            </a:extLst>
          </p:cNvPr>
          <p:cNvSpPr/>
          <p:nvPr/>
        </p:nvSpPr>
        <p:spPr>
          <a:xfrm>
            <a:off x="352087" y="3048573"/>
            <a:ext cx="4419910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A1AA537-8109-3880-DC09-8829EF2C7643}"/>
              </a:ext>
            </a:extLst>
          </p:cNvPr>
          <p:cNvSpPr/>
          <p:nvPr/>
        </p:nvSpPr>
        <p:spPr>
          <a:xfrm>
            <a:off x="352087" y="3846736"/>
            <a:ext cx="4419910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F68FF3A-D137-9F57-67D5-6A807618E7B3}"/>
              </a:ext>
            </a:extLst>
          </p:cNvPr>
          <p:cNvSpPr/>
          <p:nvPr/>
        </p:nvSpPr>
        <p:spPr>
          <a:xfrm>
            <a:off x="352087" y="4644899"/>
            <a:ext cx="4419910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B2655-DA17-99DD-891F-311995D9F7F2}"/>
              </a:ext>
            </a:extLst>
          </p:cNvPr>
          <p:cNvSpPr txBox="1"/>
          <p:nvPr/>
        </p:nvSpPr>
        <p:spPr>
          <a:xfrm>
            <a:off x="275771" y="2412763"/>
            <a:ext cx="528267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Ғарыш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ортасының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ерекшеліктері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-энергия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шектеулі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(тек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күн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батареялары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)</a:t>
            </a:r>
          </a:p>
          <a:p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-температура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өте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өзгермелі</a:t>
            </a:r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-радиация мен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тозу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әсері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бар</a:t>
            </a:r>
          </a:p>
          <a:p>
            <a:pPr>
              <a:buNone/>
            </a:pPr>
            <a:b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sz="20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Уақыт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өте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келе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факторлар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жүйенің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деградациясына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және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істен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шығуына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алып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0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келеді</a:t>
            </a:r>
            <a:r>
              <a:rPr lang="ru-RU" sz="20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ru-KZ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BF264-3933-775F-5B78-F54445FD36B9}"/>
              </a:ext>
            </a:extLst>
          </p:cNvPr>
          <p:cNvSpPr txBox="1"/>
          <p:nvPr/>
        </p:nvSpPr>
        <p:spPr>
          <a:xfrm>
            <a:off x="9419771" y="62624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522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FD11D66F-162D-C9F9-2CE6-3B1DCDE84765}"/>
              </a:ext>
            </a:extLst>
          </p:cNvPr>
          <p:cNvSpPr/>
          <p:nvPr/>
        </p:nvSpPr>
        <p:spPr>
          <a:xfrm>
            <a:off x="606549" y="4952809"/>
            <a:ext cx="5974432" cy="41248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017B493F-8388-1587-15D9-36A92DFA26C2}"/>
              </a:ext>
            </a:extLst>
          </p:cNvPr>
          <p:cNvSpPr/>
          <p:nvPr/>
        </p:nvSpPr>
        <p:spPr>
          <a:xfrm>
            <a:off x="606549" y="4477298"/>
            <a:ext cx="4937907" cy="48798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A5FA76DB-2927-50AA-409A-4ADBF1E30E70}"/>
              </a:ext>
            </a:extLst>
          </p:cNvPr>
          <p:cNvSpPr/>
          <p:nvPr/>
        </p:nvSpPr>
        <p:spPr>
          <a:xfrm>
            <a:off x="606550" y="4077289"/>
            <a:ext cx="4597628" cy="40001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4" name="Скругленный прямоугольник 33">
            <a:extLst>
              <a:ext uri="{FF2B5EF4-FFF2-40B4-BE49-F238E27FC236}">
                <a16:creationId xmlns:a16="http://schemas.microsoft.com/office/drawing/2014/main" id="{80D0BE40-5BBB-4D73-DCB1-A370A3EDE4DD}"/>
              </a:ext>
            </a:extLst>
          </p:cNvPr>
          <p:cNvSpPr/>
          <p:nvPr/>
        </p:nvSpPr>
        <p:spPr>
          <a:xfrm>
            <a:off x="606551" y="3589306"/>
            <a:ext cx="3177173" cy="47502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1228F-839E-375A-816A-8701B2739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2"/>
            <a:ext cx="5369169" cy="1614069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Біздің</a:t>
            </a:r>
            <a:r>
              <a:rPr lang="ru-RU" b="1" dirty="0"/>
              <a:t> </a:t>
            </a:r>
            <a:r>
              <a:rPr lang="ru-RU" b="1" dirty="0" err="1"/>
              <a:t>шешімнің</a:t>
            </a:r>
            <a:r>
              <a:rPr lang="ru-RU" b="1" dirty="0"/>
              <a:t> </a:t>
            </a:r>
            <a:r>
              <a:rPr lang="ru-RU" b="1" dirty="0" err="1"/>
              <a:t>негізгі</a:t>
            </a:r>
            <a:r>
              <a:rPr lang="ru-RU" b="1" dirty="0"/>
              <a:t> </a:t>
            </a:r>
            <a:r>
              <a:rPr lang="ru-RU" b="1" dirty="0" err="1"/>
              <a:t>идеясы</a:t>
            </a:r>
            <a:br>
              <a:rPr lang="ru-RU" b="1" dirty="0"/>
            </a:br>
            <a:endParaRPr lang="ru-KZ" dirty="0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6774B518-E868-B238-09C4-7B61044523F4}"/>
              </a:ext>
            </a:extLst>
          </p:cNvPr>
          <p:cNvSpPr/>
          <p:nvPr/>
        </p:nvSpPr>
        <p:spPr>
          <a:xfrm>
            <a:off x="606551" y="1654630"/>
            <a:ext cx="4937906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D1B279E5-C500-7CA3-1D03-FE610A71D8D4}"/>
              </a:ext>
            </a:extLst>
          </p:cNvPr>
          <p:cNvSpPr/>
          <p:nvPr/>
        </p:nvSpPr>
        <p:spPr>
          <a:xfrm>
            <a:off x="610196" y="2415483"/>
            <a:ext cx="5364238" cy="76085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A8D047-9796-06C3-AECB-680ED121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7" y="1654630"/>
            <a:ext cx="5974433" cy="5203370"/>
          </a:xfrm>
        </p:spPr>
        <p:txBody>
          <a:bodyPr anchor="t">
            <a:noAutofit/>
          </a:bodyPr>
          <a:lstStyle/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Біздің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жоба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нақты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басқару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алгоритмінің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прототипін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ұсынады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Яғни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темір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(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hardware)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емес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,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шешім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қабылдау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логикасын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жасаймыз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  <a:b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Жүйенің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негізгі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идеясы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күйін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үздіксіз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бақылау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қауіпті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деградацияны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ерте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анықта</a:t>
            </a:r>
            <a:r>
              <a:rPr lang="kk-KZ" b="1" dirty="0">
                <a:latin typeface="Posterama" panose="020B0504020200020000" pitchFamily="34" charset="0"/>
                <a:cs typeface="Posterama" panose="020B0504020200020000" pitchFamily="34" charset="0"/>
              </a:rPr>
              <a:t>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адам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қатысуынсыз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автоматты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әрекет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жасау</a:t>
            </a:r>
            <a:b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тәсіл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ғарыш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инженериясында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Digital Twin + AI control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деп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аталады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7" name="Объект 6" descr="Изображение выглядит как галактика, астрономия, Космическое пространство, простран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E3586E-8180-B6E0-6432-5B0498AFB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02" r="10960" b="-1"/>
          <a:stretch>
            <a:fillRect/>
          </a:stretch>
        </p:blipFill>
        <p:spPr>
          <a:xfrm>
            <a:off x="6408746" y="341196"/>
            <a:ext cx="5783254" cy="5827839"/>
          </a:xfrm>
          <a:custGeom>
            <a:avLst/>
            <a:gdLst/>
            <a:ahLst/>
            <a:cxnLst/>
            <a:rect l="l" t="t" r="r" b="b"/>
            <a:pathLst>
              <a:path w="5783254" h="5827839">
                <a:moveTo>
                  <a:pt x="4737899" y="4735529"/>
                </a:moveTo>
                <a:cubicBezTo>
                  <a:pt x="5039532" y="4735529"/>
                  <a:pt x="5284054" y="4980051"/>
                  <a:pt x="5284054" y="5281684"/>
                </a:cubicBezTo>
                <a:cubicBezTo>
                  <a:pt x="5284054" y="5583317"/>
                  <a:pt x="5039532" y="5827839"/>
                  <a:pt x="4737899" y="5827839"/>
                </a:cubicBezTo>
                <a:cubicBezTo>
                  <a:pt x="4436266" y="5827839"/>
                  <a:pt x="4191744" y="5583317"/>
                  <a:pt x="4191744" y="5281684"/>
                </a:cubicBezTo>
                <a:cubicBezTo>
                  <a:pt x="4191744" y="4980051"/>
                  <a:pt x="4436266" y="4735529"/>
                  <a:pt x="4737899" y="4735529"/>
                </a:cubicBezTo>
                <a:close/>
                <a:moveTo>
                  <a:pt x="926278" y="4451445"/>
                </a:moveTo>
                <a:cubicBezTo>
                  <a:pt x="1155542" y="4451445"/>
                  <a:pt x="1341398" y="4637301"/>
                  <a:pt x="1341398" y="4866565"/>
                </a:cubicBezTo>
                <a:cubicBezTo>
                  <a:pt x="1341398" y="5095829"/>
                  <a:pt x="1155542" y="5281685"/>
                  <a:pt x="926278" y="5281685"/>
                </a:cubicBezTo>
                <a:cubicBezTo>
                  <a:pt x="697014" y="5281685"/>
                  <a:pt x="511158" y="5095829"/>
                  <a:pt x="511158" y="4866565"/>
                </a:cubicBezTo>
                <a:cubicBezTo>
                  <a:pt x="511158" y="4637301"/>
                  <a:pt x="697014" y="4451445"/>
                  <a:pt x="926278" y="4451445"/>
                </a:cubicBezTo>
                <a:close/>
                <a:moveTo>
                  <a:pt x="1681949" y="4088725"/>
                </a:moveTo>
                <a:cubicBezTo>
                  <a:pt x="1834038" y="4088725"/>
                  <a:pt x="1957331" y="4212018"/>
                  <a:pt x="1957331" y="4364107"/>
                </a:cubicBezTo>
                <a:cubicBezTo>
                  <a:pt x="1957331" y="4516196"/>
                  <a:pt x="1834038" y="4639489"/>
                  <a:pt x="1681949" y="4639489"/>
                </a:cubicBezTo>
                <a:cubicBezTo>
                  <a:pt x="1529860" y="4639489"/>
                  <a:pt x="1406567" y="4516196"/>
                  <a:pt x="1406567" y="4364107"/>
                </a:cubicBezTo>
                <a:cubicBezTo>
                  <a:pt x="1406567" y="4212018"/>
                  <a:pt x="1529860" y="4088725"/>
                  <a:pt x="1681949" y="4088725"/>
                </a:cubicBezTo>
                <a:close/>
                <a:moveTo>
                  <a:pt x="1693411" y="509182"/>
                </a:moveTo>
                <a:cubicBezTo>
                  <a:pt x="1845500" y="509182"/>
                  <a:pt x="1968793" y="632475"/>
                  <a:pt x="1968793" y="784564"/>
                </a:cubicBezTo>
                <a:cubicBezTo>
                  <a:pt x="1968793" y="936653"/>
                  <a:pt x="1845500" y="1059946"/>
                  <a:pt x="1693411" y="1059946"/>
                </a:cubicBezTo>
                <a:cubicBezTo>
                  <a:pt x="1541322" y="1059946"/>
                  <a:pt x="1418029" y="936653"/>
                  <a:pt x="1418029" y="784564"/>
                </a:cubicBezTo>
                <a:cubicBezTo>
                  <a:pt x="1418029" y="632475"/>
                  <a:pt x="1541322" y="509182"/>
                  <a:pt x="1693411" y="509182"/>
                </a:cubicBezTo>
                <a:close/>
                <a:moveTo>
                  <a:pt x="3016437" y="478512"/>
                </a:moveTo>
                <a:cubicBezTo>
                  <a:pt x="3052905" y="476034"/>
                  <a:pt x="3089701" y="476075"/>
                  <a:pt x="3126794" y="478680"/>
                </a:cubicBezTo>
                <a:cubicBezTo>
                  <a:pt x="3225709" y="485628"/>
                  <a:pt x="3326735" y="510816"/>
                  <a:pt x="3429286" y="555125"/>
                </a:cubicBezTo>
                <a:cubicBezTo>
                  <a:pt x="3588377" y="623860"/>
                  <a:pt x="3726579" y="757508"/>
                  <a:pt x="3852460" y="883435"/>
                </a:cubicBezTo>
                <a:cubicBezTo>
                  <a:pt x="4189958" y="1221166"/>
                  <a:pt x="4581366" y="1207328"/>
                  <a:pt x="4939713" y="1000031"/>
                </a:cubicBezTo>
                <a:cubicBezTo>
                  <a:pt x="5194103" y="852348"/>
                  <a:pt x="5433141" y="675268"/>
                  <a:pt x="5697634" y="549718"/>
                </a:cubicBezTo>
                <a:lnTo>
                  <a:pt x="5783254" y="513561"/>
                </a:lnTo>
                <a:lnTo>
                  <a:pt x="5783254" y="4871711"/>
                </a:lnTo>
                <a:lnTo>
                  <a:pt x="5743328" y="4864473"/>
                </a:lnTo>
                <a:cubicBezTo>
                  <a:pt x="5605918" y="4834320"/>
                  <a:pt x="5469797" y="4789559"/>
                  <a:pt x="5333250" y="4737862"/>
                </a:cubicBezTo>
                <a:cubicBezTo>
                  <a:pt x="5018374" y="4618749"/>
                  <a:pt x="4676802" y="4500296"/>
                  <a:pt x="4354677" y="4623045"/>
                </a:cubicBezTo>
                <a:cubicBezTo>
                  <a:pt x="4093969" y="4722577"/>
                  <a:pt x="3874992" y="4932580"/>
                  <a:pt x="3639124" y="5095915"/>
                </a:cubicBezTo>
                <a:cubicBezTo>
                  <a:pt x="3490411" y="5199039"/>
                  <a:pt x="3351637" y="5318395"/>
                  <a:pt x="3196098" y="5409413"/>
                </a:cubicBezTo>
                <a:cubicBezTo>
                  <a:pt x="2798576" y="5642084"/>
                  <a:pt x="2315054" y="5309217"/>
                  <a:pt x="2216541" y="5005202"/>
                </a:cubicBezTo>
                <a:cubicBezTo>
                  <a:pt x="2172959" y="4870183"/>
                  <a:pt x="2182102" y="4711777"/>
                  <a:pt x="2195718" y="4566594"/>
                </a:cubicBezTo>
                <a:cubicBezTo>
                  <a:pt x="2235161" y="4141667"/>
                  <a:pt x="1842961" y="3903370"/>
                  <a:pt x="1509426" y="3909896"/>
                </a:cubicBezTo>
                <a:cubicBezTo>
                  <a:pt x="539234" y="3931048"/>
                  <a:pt x="29168" y="3302144"/>
                  <a:pt x="354" y="2455296"/>
                </a:cubicBezTo>
                <a:cubicBezTo>
                  <a:pt x="-4549" y="2310187"/>
                  <a:pt x="42804" y="2163767"/>
                  <a:pt x="65932" y="2017226"/>
                </a:cubicBezTo>
                <a:cubicBezTo>
                  <a:pt x="138904" y="1706535"/>
                  <a:pt x="262471" y="1430265"/>
                  <a:pt x="548743" y="1259879"/>
                </a:cubicBezTo>
                <a:cubicBezTo>
                  <a:pt x="731311" y="1151231"/>
                  <a:pt x="929316" y="1141485"/>
                  <a:pt x="1139870" y="1171590"/>
                </a:cubicBezTo>
                <a:cubicBezTo>
                  <a:pt x="1368879" y="1204173"/>
                  <a:pt x="1602397" y="1224911"/>
                  <a:pt x="1832320" y="1214571"/>
                </a:cubicBezTo>
                <a:cubicBezTo>
                  <a:pt x="2045424" y="1204861"/>
                  <a:pt x="2179434" y="1036538"/>
                  <a:pt x="2309408" y="884812"/>
                </a:cubicBezTo>
                <a:cubicBezTo>
                  <a:pt x="2521947" y="636609"/>
                  <a:pt x="2761159" y="495859"/>
                  <a:pt x="3016437" y="478512"/>
                </a:cubicBezTo>
                <a:close/>
                <a:moveTo>
                  <a:pt x="4470143" y="0"/>
                </a:moveTo>
                <a:cubicBezTo>
                  <a:pt x="4685857" y="0"/>
                  <a:pt x="4860728" y="174871"/>
                  <a:pt x="4860728" y="390585"/>
                </a:cubicBezTo>
                <a:cubicBezTo>
                  <a:pt x="4860728" y="606299"/>
                  <a:pt x="4685857" y="781170"/>
                  <a:pt x="4470143" y="781170"/>
                </a:cubicBezTo>
                <a:cubicBezTo>
                  <a:pt x="4254429" y="781170"/>
                  <a:pt x="4079558" y="606299"/>
                  <a:pt x="4079558" y="390585"/>
                </a:cubicBezTo>
                <a:cubicBezTo>
                  <a:pt x="4079558" y="174871"/>
                  <a:pt x="4254429" y="0"/>
                  <a:pt x="4470143" y="0"/>
                </a:cubicBezTo>
                <a:close/>
              </a:path>
            </a:pathLst>
          </a:custGeom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5E777C1C-60B6-A89F-08EF-4B01176AD652}"/>
              </a:ext>
            </a:extLst>
          </p:cNvPr>
          <p:cNvGrpSpPr/>
          <p:nvPr/>
        </p:nvGrpSpPr>
        <p:grpSpPr>
          <a:xfrm>
            <a:off x="760948" y="2403938"/>
            <a:ext cx="1761120" cy="30960"/>
            <a:chOff x="760948" y="2403938"/>
            <a:chExt cx="1761120" cy="3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Рукописный ввод 20">
                  <a:extLst>
                    <a:ext uri="{FF2B5EF4-FFF2-40B4-BE49-F238E27FC236}">
                      <a16:creationId xmlns:a16="http://schemas.microsoft.com/office/drawing/2014/main" id="{0C629D08-FE50-200F-BDF2-D7DA73BE5F59}"/>
                    </a:ext>
                  </a:extLst>
                </p14:cNvPr>
                <p14:cNvContentPartPr/>
                <p14:nvPr/>
              </p14:nvContentPartPr>
              <p14:xfrm>
                <a:off x="1293028" y="2423738"/>
                <a:ext cx="360" cy="360"/>
              </p14:xfrm>
            </p:contentPart>
          </mc:Choice>
          <mc:Fallback>
            <p:pic>
              <p:nvPicPr>
                <p:cNvPr id="21" name="Рукописный ввод 20">
                  <a:extLst>
                    <a:ext uri="{FF2B5EF4-FFF2-40B4-BE49-F238E27FC236}">
                      <a16:creationId xmlns:a16="http://schemas.microsoft.com/office/drawing/2014/main" id="{0C629D08-FE50-200F-BDF2-D7DA73BE5F5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75028" y="240573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Рукописный ввод 21">
                  <a:extLst>
                    <a:ext uri="{FF2B5EF4-FFF2-40B4-BE49-F238E27FC236}">
                      <a16:creationId xmlns:a16="http://schemas.microsoft.com/office/drawing/2014/main" id="{CB138BA6-A62A-8245-B353-FE7A8FDD5467}"/>
                    </a:ext>
                  </a:extLst>
                </p14:cNvPr>
                <p14:cNvContentPartPr/>
                <p14:nvPr/>
              </p14:nvContentPartPr>
              <p14:xfrm>
                <a:off x="760948" y="2422298"/>
                <a:ext cx="360" cy="360"/>
              </p14:xfrm>
            </p:contentPart>
          </mc:Choice>
          <mc:Fallback>
            <p:pic>
              <p:nvPicPr>
                <p:cNvPr id="22" name="Рукописный ввод 21">
                  <a:extLst>
                    <a:ext uri="{FF2B5EF4-FFF2-40B4-BE49-F238E27FC236}">
                      <a16:creationId xmlns:a16="http://schemas.microsoft.com/office/drawing/2014/main" id="{CB138BA6-A62A-8245-B353-FE7A8FDD546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2948" y="240465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AC8559FD-1F71-B8FD-5155-EB30CF198F5E}"/>
                    </a:ext>
                  </a:extLst>
                </p14:cNvPr>
                <p14:cNvContentPartPr/>
                <p14:nvPr/>
              </p14:nvContentPartPr>
              <p14:xfrm>
                <a:off x="760948" y="2415098"/>
                <a:ext cx="507240" cy="14760"/>
              </p14:xfrm>
            </p:contentPart>
          </mc:Choice>
          <mc:Fallback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AC8559FD-1F71-B8FD-5155-EB30CF198F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2948" y="2397458"/>
                  <a:ext cx="542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Рукописный ввод 23">
                  <a:extLst>
                    <a:ext uri="{FF2B5EF4-FFF2-40B4-BE49-F238E27FC236}">
                      <a16:creationId xmlns:a16="http://schemas.microsoft.com/office/drawing/2014/main" id="{646CA2C3-DB32-5A9B-E6E7-1F5CC8FB5272}"/>
                    </a:ext>
                  </a:extLst>
                </p14:cNvPr>
                <p14:cNvContentPartPr/>
                <p14:nvPr/>
              </p14:nvContentPartPr>
              <p14:xfrm>
                <a:off x="1263868" y="2418698"/>
                <a:ext cx="276840" cy="3960"/>
              </p14:xfrm>
            </p:contentPart>
          </mc:Choice>
          <mc:Fallback>
            <p:pic>
              <p:nvPicPr>
                <p:cNvPr id="24" name="Рукописный ввод 23">
                  <a:extLst>
                    <a:ext uri="{FF2B5EF4-FFF2-40B4-BE49-F238E27FC236}">
                      <a16:creationId xmlns:a16="http://schemas.microsoft.com/office/drawing/2014/main" id="{646CA2C3-DB32-5A9B-E6E7-1F5CC8FB527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45868" y="2400698"/>
                  <a:ext cx="312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Рукописный ввод 26">
                  <a:extLst>
                    <a:ext uri="{FF2B5EF4-FFF2-40B4-BE49-F238E27FC236}">
                      <a16:creationId xmlns:a16="http://schemas.microsoft.com/office/drawing/2014/main" id="{2300C189-F6CE-CE2D-8A77-F99A900F2C6D}"/>
                    </a:ext>
                  </a:extLst>
                </p14:cNvPr>
                <p14:cNvContentPartPr/>
                <p14:nvPr/>
              </p14:nvContentPartPr>
              <p14:xfrm>
                <a:off x="1539988" y="2403938"/>
                <a:ext cx="982080" cy="30960"/>
              </p14:xfrm>
            </p:contentPart>
          </mc:Choice>
          <mc:Fallback>
            <p:pic>
              <p:nvPicPr>
                <p:cNvPr id="27" name="Рукописный ввод 26">
                  <a:extLst>
                    <a:ext uri="{FF2B5EF4-FFF2-40B4-BE49-F238E27FC236}">
                      <a16:creationId xmlns:a16="http://schemas.microsoft.com/office/drawing/2014/main" id="{2300C189-F6CE-CE2D-8A77-F99A900F2C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2348" y="2386298"/>
                  <a:ext cx="101772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2FE64CA6-20B8-62A0-C72F-1FF015D17FBC}"/>
                  </a:ext>
                </a:extLst>
              </p14:cNvPr>
              <p14:cNvContentPartPr/>
              <p14:nvPr/>
            </p14:nvContentPartPr>
            <p14:xfrm>
              <a:off x="2495219" y="2401778"/>
              <a:ext cx="1137960" cy="8568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2FE64CA6-20B8-62A0-C72F-1FF015D17F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7579" y="2384138"/>
                <a:ext cx="11736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BE751304-19E0-32FC-9B16-E43FFF156FD4}"/>
                  </a:ext>
                </a:extLst>
              </p14:cNvPr>
              <p14:cNvContentPartPr/>
              <p14:nvPr/>
            </p14:nvContentPartPr>
            <p14:xfrm>
              <a:off x="3490845" y="2406818"/>
              <a:ext cx="582120" cy="288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BE751304-19E0-32FC-9B16-E43FFF156FD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73205" y="2389178"/>
                <a:ext cx="6177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0A60ACAA-7BE0-4AF6-8042-9657FE99B986}"/>
                  </a:ext>
                </a:extLst>
              </p14:cNvPr>
              <p14:cNvContentPartPr/>
              <p14:nvPr/>
            </p14:nvContentPartPr>
            <p14:xfrm>
              <a:off x="4084870" y="2372978"/>
              <a:ext cx="924120" cy="49680"/>
            </p14:xfrm>
          </p:contentPart>
        </mc:Choice>
        <mc:Fallback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0A60ACAA-7BE0-4AF6-8042-9657FE99B9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66870" y="2355338"/>
                <a:ext cx="9597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4EA475C6-5411-352A-4978-67907B99302C}"/>
                  </a:ext>
                </a:extLst>
              </p14:cNvPr>
              <p14:cNvContentPartPr/>
              <p14:nvPr/>
            </p14:nvContentPartPr>
            <p14:xfrm>
              <a:off x="4911530" y="2401058"/>
              <a:ext cx="495360" cy="29160"/>
            </p14:xfrm>
          </p:contentPart>
        </mc:Choice>
        <mc:Fallback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4EA475C6-5411-352A-4978-67907B9930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93890" y="2383058"/>
                <a:ext cx="5310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Рукописный ввод 38">
                <a:extLst>
                  <a:ext uri="{FF2B5EF4-FFF2-40B4-BE49-F238E27FC236}">
                    <a16:creationId xmlns:a16="http://schemas.microsoft.com/office/drawing/2014/main" id="{0AA896F6-FE50-3C57-694B-116E5E47B76E}"/>
                  </a:ext>
                </a:extLst>
              </p14:cNvPr>
              <p14:cNvContentPartPr/>
              <p14:nvPr/>
            </p14:nvContentPartPr>
            <p14:xfrm>
              <a:off x="1495794" y="4065036"/>
              <a:ext cx="360" cy="360"/>
            </p14:xfrm>
          </p:contentPart>
        </mc:Choice>
        <mc:Fallback>
          <p:pic>
            <p:nvPicPr>
              <p:cNvPr id="39" name="Рукописный ввод 38">
                <a:extLst>
                  <a:ext uri="{FF2B5EF4-FFF2-40B4-BE49-F238E27FC236}">
                    <a16:creationId xmlns:a16="http://schemas.microsoft.com/office/drawing/2014/main" id="{0AA896F6-FE50-3C57-694B-116E5E47B76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78154" y="4047396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0" name="Рукописный ввод 39">
                <a:extLst>
                  <a:ext uri="{FF2B5EF4-FFF2-40B4-BE49-F238E27FC236}">
                    <a16:creationId xmlns:a16="http://schemas.microsoft.com/office/drawing/2014/main" id="{EFC45C04-4134-A5BC-24C8-AE91BCA2B7EA}"/>
                  </a:ext>
                </a:extLst>
              </p14:cNvPr>
              <p14:cNvContentPartPr/>
              <p14:nvPr/>
            </p14:nvContentPartPr>
            <p14:xfrm>
              <a:off x="699474" y="4014996"/>
              <a:ext cx="1245600" cy="119520"/>
            </p14:xfrm>
          </p:contentPart>
        </mc:Choice>
        <mc:Fallback>
          <p:pic>
            <p:nvPicPr>
              <p:cNvPr id="40" name="Рукописный ввод 39">
                <a:extLst>
                  <a:ext uri="{FF2B5EF4-FFF2-40B4-BE49-F238E27FC236}">
                    <a16:creationId xmlns:a16="http://schemas.microsoft.com/office/drawing/2014/main" id="{EFC45C04-4134-A5BC-24C8-AE91BCA2B7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1834" y="3996996"/>
                <a:ext cx="1281240" cy="15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60C04B35-860D-3DC8-BB59-0E234B3390A3}"/>
              </a:ext>
            </a:extLst>
          </p:cNvPr>
          <p:cNvGrpSpPr/>
          <p:nvPr/>
        </p:nvGrpSpPr>
        <p:grpSpPr>
          <a:xfrm>
            <a:off x="1944714" y="4045596"/>
            <a:ext cx="1741345" cy="65160"/>
            <a:chOff x="1944714" y="4045596"/>
            <a:chExt cx="1741345" cy="6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1" name="Рукописный ввод 40">
                  <a:extLst>
                    <a:ext uri="{FF2B5EF4-FFF2-40B4-BE49-F238E27FC236}">
                      <a16:creationId xmlns:a16="http://schemas.microsoft.com/office/drawing/2014/main" id="{34496386-55B6-0ADB-0161-7BFD8B3A10A2}"/>
                    </a:ext>
                  </a:extLst>
                </p14:cNvPr>
                <p14:cNvContentPartPr/>
                <p14:nvPr/>
              </p14:nvContentPartPr>
              <p14:xfrm>
                <a:off x="1944714" y="4045596"/>
                <a:ext cx="1393920" cy="65160"/>
              </p14:xfrm>
            </p:contentPart>
          </mc:Choice>
          <mc:Fallback>
            <p:pic>
              <p:nvPicPr>
                <p:cNvPr id="41" name="Рукописный ввод 40">
                  <a:extLst>
                    <a:ext uri="{FF2B5EF4-FFF2-40B4-BE49-F238E27FC236}">
                      <a16:creationId xmlns:a16="http://schemas.microsoft.com/office/drawing/2014/main" id="{34496386-55B6-0ADB-0161-7BFD8B3A10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26714" y="4027596"/>
                  <a:ext cx="14295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2" name="Рукописный ввод 41">
                  <a:extLst>
                    <a:ext uri="{FF2B5EF4-FFF2-40B4-BE49-F238E27FC236}">
                      <a16:creationId xmlns:a16="http://schemas.microsoft.com/office/drawing/2014/main" id="{96FEA909-B04C-1BFE-F438-1384A5ED01EC}"/>
                    </a:ext>
                  </a:extLst>
                </p14:cNvPr>
                <p14:cNvContentPartPr/>
                <p14:nvPr/>
              </p14:nvContentPartPr>
              <p14:xfrm>
                <a:off x="3377539" y="4068636"/>
                <a:ext cx="308520" cy="5400"/>
              </p14:xfrm>
            </p:contentPart>
          </mc:Choice>
          <mc:Fallback>
            <p:pic>
              <p:nvPicPr>
                <p:cNvPr id="42" name="Рукописный ввод 41">
                  <a:extLst>
                    <a:ext uri="{FF2B5EF4-FFF2-40B4-BE49-F238E27FC236}">
                      <a16:creationId xmlns:a16="http://schemas.microsoft.com/office/drawing/2014/main" id="{96FEA909-B04C-1BFE-F438-1384A5ED01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59539" y="4050996"/>
                  <a:ext cx="34416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5" name="Рукописный ввод 44">
                <a:extLst>
                  <a:ext uri="{FF2B5EF4-FFF2-40B4-BE49-F238E27FC236}">
                    <a16:creationId xmlns:a16="http://schemas.microsoft.com/office/drawing/2014/main" id="{B47C1E85-E8E4-4E3D-F6A5-990D8443E12F}"/>
                  </a:ext>
                </a:extLst>
              </p14:cNvPr>
              <p14:cNvContentPartPr/>
              <p14:nvPr/>
            </p14:nvContentPartPr>
            <p14:xfrm>
              <a:off x="708711" y="4460689"/>
              <a:ext cx="956520" cy="35280"/>
            </p14:xfrm>
          </p:contentPart>
        </mc:Choice>
        <mc:Fallback>
          <p:pic>
            <p:nvPicPr>
              <p:cNvPr id="45" name="Рукописный ввод 44">
                <a:extLst>
                  <a:ext uri="{FF2B5EF4-FFF2-40B4-BE49-F238E27FC236}">
                    <a16:creationId xmlns:a16="http://schemas.microsoft.com/office/drawing/2014/main" id="{B47C1E85-E8E4-4E3D-F6A5-990D8443E12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0711" y="4443049"/>
                <a:ext cx="9921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6" name="Рукописный ввод 45">
                <a:extLst>
                  <a:ext uri="{FF2B5EF4-FFF2-40B4-BE49-F238E27FC236}">
                    <a16:creationId xmlns:a16="http://schemas.microsoft.com/office/drawing/2014/main" id="{B491FD7D-9E42-2B27-EF69-B47D1DE1EB9F}"/>
                  </a:ext>
                </a:extLst>
              </p14:cNvPr>
              <p14:cNvContentPartPr/>
              <p14:nvPr/>
            </p14:nvContentPartPr>
            <p14:xfrm>
              <a:off x="1660911" y="4461409"/>
              <a:ext cx="1702080" cy="32760"/>
            </p14:xfrm>
          </p:contentPart>
        </mc:Choice>
        <mc:Fallback>
          <p:pic>
            <p:nvPicPr>
              <p:cNvPr id="46" name="Рукописный ввод 45">
                <a:extLst>
                  <a:ext uri="{FF2B5EF4-FFF2-40B4-BE49-F238E27FC236}">
                    <a16:creationId xmlns:a16="http://schemas.microsoft.com/office/drawing/2014/main" id="{B491FD7D-9E42-2B27-EF69-B47D1DE1EB9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43271" y="4443769"/>
                <a:ext cx="17377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7" name="Рукописный ввод 46">
                <a:extLst>
                  <a:ext uri="{FF2B5EF4-FFF2-40B4-BE49-F238E27FC236}">
                    <a16:creationId xmlns:a16="http://schemas.microsoft.com/office/drawing/2014/main" id="{F7AA8E75-2410-206F-34B9-2A87E822FA75}"/>
                  </a:ext>
                </a:extLst>
              </p14:cNvPr>
              <p14:cNvContentPartPr/>
              <p14:nvPr/>
            </p14:nvContentPartPr>
            <p14:xfrm>
              <a:off x="3368224" y="4459789"/>
              <a:ext cx="568440" cy="27720"/>
            </p14:xfrm>
          </p:contentPart>
        </mc:Choice>
        <mc:Fallback>
          <p:pic>
            <p:nvPicPr>
              <p:cNvPr id="47" name="Рукописный ввод 46">
                <a:extLst>
                  <a:ext uri="{FF2B5EF4-FFF2-40B4-BE49-F238E27FC236}">
                    <a16:creationId xmlns:a16="http://schemas.microsoft.com/office/drawing/2014/main" id="{F7AA8E75-2410-206F-34B9-2A87E822FA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50584" y="4442149"/>
                <a:ext cx="6040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8" name="Рукописный ввод 47">
                <a:extLst>
                  <a:ext uri="{FF2B5EF4-FFF2-40B4-BE49-F238E27FC236}">
                    <a16:creationId xmlns:a16="http://schemas.microsoft.com/office/drawing/2014/main" id="{2B4F9B5C-F0DD-7B07-731B-9E9BC7F845F7}"/>
                  </a:ext>
                </a:extLst>
              </p14:cNvPr>
              <p14:cNvContentPartPr/>
              <p14:nvPr/>
            </p14:nvContentPartPr>
            <p14:xfrm>
              <a:off x="3951720" y="4443827"/>
              <a:ext cx="1152720" cy="78480"/>
            </p14:xfrm>
          </p:contentPart>
        </mc:Choice>
        <mc:Fallback>
          <p:pic>
            <p:nvPicPr>
              <p:cNvPr id="48" name="Рукописный ввод 47">
                <a:extLst>
                  <a:ext uri="{FF2B5EF4-FFF2-40B4-BE49-F238E27FC236}">
                    <a16:creationId xmlns:a16="http://schemas.microsoft.com/office/drawing/2014/main" id="{2B4F9B5C-F0DD-7B07-731B-9E9BC7F845F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33720" y="4426187"/>
                <a:ext cx="11883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9" name="Рукописный ввод 48">
                <a:extLst>
                  <a:ext uri="{FF2B5EF4-FFF2-40B4-BE49-F238E27FC236}">
                    <a16:creationId xmlns:a16="http://schemas.microsoft.com/office/drawing/2014/main" id="{DD8D83D6-7F01-1986-56D7-FD3A8FCE3977}"/>
                  </a:ext>
                </a:extLst>
              </p14:cNvPr>
              <p14:cNvContentPartPr/>
              <p14:nvPr/>
            </p14:nvContentPartPr>
            <p14:xfrm>
              <a:off x="693797" y="4960157"/>
              <a:ext cx="644400" cy="12240"/>
            </p14:xfrm>
          </p:contentPart>
        </mc:Choice>
        <mc:Fallback>
          <p:pic>
            <p:nvPicPr>
              <p:cNvPr id="49" name="Рукописный ввод 48">
                <a:extLst>
                  <a:ext uri="{FF2B5EF4-FFF2-40B4-BE49-F238E27FC236}">
                    <a16:creationId xmlns:a16="http://schemas.microsoft.com/office/drawing/2014/main" id="{DD8D83D6-7F01-1986-56D7-FD3A8FCE397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76157" y="4942157"/>
                <a:ext cx="6800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0" name="Рукописный ввод 49">
                <a:extLst>
                  <a:ext uri="{FF2B5EF4-FFF2-40B4-BE49-F238E27FC236}">
                    <a16:creationId xmlns:a16="http://schemas.microsoft.com/office/drawing/2014/main" id="{84A36203-6294-9A9E-6997-4153A977BFEA}"/>
                  </a:ext>
                </a:extLst>
              </p14:cNvPr>
              <p14:cNvContentPartPr/>
              <p14:nvPr/>
            </p14:nvContentPartPr>
            <p14:xfrm>
              <a:off x="1336757" y="4930277"/>
              <a:ext cx="1374840" cy="58680"/>
            </p14:xfrm>
          </p:contentPart>
        </mc:Choice>
        <mc:Fallback>
          <p:pic>
            <p:nvPicPr>
              <p:cNvPr id="50" name="Рукописный ввод 49">
                <a:extLst>
                  <a:ext uri="{FF2B5EF4-FFF2-40B4-BE49-F238E27FC236}">
                    <a16:creationId xmlns:a16="http://schemas.microsoft.com/office/drawing/2014/main" id="{84A36203-6294-9A9E-6997-4153A977BFE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19117" y="4912277"/>
                <a:ext cx="1410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1" name="Рукописный ввод 50">
                <a:extLst>
                  <a:ext uri="{FF2B5EF4-FFF2-40B4-BE49-F238E27FC236}">
                    <a16:creationId xmlns:a16="http://schemas.microsoft.com/office/drawing/2014/main" id="{61047149-895A-DA7A-284E-DF36AE36B2E3}"/>
                  </a:ext>
                </a:extLst>
              </p14:cNvPr>
              <p14:cNvContentPartPr/>
              <p14:nvPr/>
            </p14:nvContentPartPr>
            <p14:xfrm>
              <a:off x="2726177" y="4936397"/>
              <a:ext cx="1482480" cy="73800"/>
            </p14:xfrm>
          </p:contentPart>
        </mc:Choice>
        <mc:Fallback>
          <p:pic>
            <p:nvPicPr>
              <p:cNvPr id="51" name="Рукописный ввод 50">
                <a:extLst>
                  <a:ext uri="{FF2B5EF4-FFF2-40B4-BE49-F238E27FC236}">
                    <a16:creationId xmlns:a16="http://schemas.microsoft.com/office/drawing/2014/main" id="{61047149-895A-DA7A-284E-DF36AE36B2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08177" y="4918397"/>
                <a:ext cx="151812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15037D6B-2E21-AC1C-3223-2B364A59F9F4}"/>
              </a:ext>
            </a:extLst>
          </p:cNvPr>
          <p:cNvGrpSpPr/>
          <p:nvPr/>
        </p:nvGrpSpPr>
        <p:grpSpPr>
          <a:xfrm>
            <a:off x="4178565" y="4942517"/>
            <a:ext cx="1310522" cy="39960"/>
            <a:chOff x="4178565" y="4942517"/>
            <a:chExt cx="1310522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2" name="Рукописный ввод 51">
                  <a:extLst>
                    <a:ext uri="{FF2B5EF4-FFF2-40B4-BE49-F238E27FC236}">
                      <a16:creationId xmlns:a16="http://schemas.microsoft.com/office/drawing/2014/main" id="{E749AE9F-1E7D-DA6B-9246-DC35E7CD6C21}"/>
                    </a:ext>
                  </a:extLst>
                </p14:cNvPr>
                <p14:cNvContentPartPr/>
                <p14:nvPr/>
              </p14:nvContentPartPr>
              <p14:xfrm>
                <a:off x="4178565" y="4942517"/>
                <a:ext cx="1200240" cy="39960"/>
              </p14:xfrm>
            </p:contentPart>
          </mc:Choice>
          <mc:Fallback>
            <p:pic>
              <p:nvPicPr>
                <p:cNvPr id="52" name="Рукописный ввод 51">
                  <a:extLst>
                    <a:ext uri="{FF2B5EF4-FFF2-40B4-BE49-F238E27FC236}">
                      <a16:creationId xmlns:a16="http://schemas.microsoft.com/office/drawing/2014/main" id="{E749AE9F-1E7D-DA6B-9246-DC35E7CD6C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60565" y="4924877"/>
                  <a:ext cx="1235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3" name="Рукописный ввод 52">
                  <a:extLst>
                    <a:ext uri="{FF2B5EF4-FFF2-40B4-BE49-F238E27FC236}">
                      <a16:creationId xmlns:a16="http://schemas.microsoft.com/office/drawing/2014/main" id="{0C8670A7-43E5-0021-82BF-75DB580881D2}"/>
                    </a:ext>
                  </a:extLst>
                </p14:cNvPr>
                <p14:cNvContentPartPr/>
                <p14:nvPr/>
              </p14:nvContentPartPr>
              <p14:xfrm>
                <a:off x="5378927" y="4966509"/>
                <a:ext cx="110160" cy="7200"/>
              </p14:xfrm>
            </p:contentPart>
          </mc:Choice>
          <mc:Fallback>
            <p:pic>
              <p:nvPicPr>
                <p:cNvPr id="53" name="Рукописный ввод 52">
                  <a:extLst>
                    <a:ext uri="{FF2B5EF4-FFF2-40B4-BE49-F238E27FC236}">
                      <a16:creationId xmlns:a16="http://schemas.microsoft.com/office/drawing/2014/main" id="{0C8670A7-43E5-0021-82BF-75DB580881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61287" y="4948509"/>
                  <a:ext cx="145800" cy="42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C40F2ABB-277D-D8A7-A8B8-B151C08BC267}"/>
              </a:ext>
            </a:extLst>
          </p:cNvPr>
          <p:cNvSpPr txBox="1"/>
          <p:nvPr/>
        </p:nvSpPr>
        <p:spPr>
          <a:xfrm>
            <a:off x="9406328" y="6232986"/>
            <a:ext cx="6100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270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360D0CCC-0B4C-2A86-36D7-31B372E715B4}"/>
              </a:ext>
            </a:extLst>
          </p:cNvPr>
          <p:cNvSpPr/>
          <p:nvPr/>
        </p:nvSpPr>
        <p:spPr>
          <a:xfrm>
            <a:off x="636371" y="4096623"/>
            <a:ext cx="5239778" cy="126245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E3089CA-C654-0E02-8DCD-157706D40A1E}"/>
              </a:ext>
            </a:extLst>
          </p:cNvPr>
          <p:cNvSpPr/>
          <p:nvPr/>
        </p:nvSpPr>
        <p:spPr>
          <a:xfrm>
            <a:off x="636371" y="2600460"/>
            <a:ext cx="5239778" cy="68214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FA4507B-4E82-738A-8C5C-D00D8CA115D4}"/>
              </a:ext>
            </a:extLst>
          </p:cNvPr>
          <p:cNvSpPr/>
          <p:nvPr/>
        </p:nvSpPr>
        <p:spPr>
          <a:xfrm>
            <a:off x="636371" y="1841134"/>
            <a:ext cx="5239778" cy="68214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852B7-F0A7-6DC6-A2C1-F80129C9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71" y="1100778"/>
            <a:ext cx="4606456" cy="115471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Спутник </a:t>
            </a:r>
            <a:r>
              <a:rPr lang="ru-RU" b="1" dirty="0" err="1"/>
              <a:t>өз</a:t>
            </a:r>
            <a:r>
              <a:rPr lang="ru-RU" b="1" dirty="0"/>
              <a:t> </a:t>
            </a:r>
            <a:r>
              <a:rPr lang="ru-RU" b="1" dirty="0" err="1"/>
              <a:t>күйін</a:t>
            </a:r>
            <a:r>
              <a:rPr lang="ru-RU" b="1" dirty="0"/>
              <a:t> </a:t>
            </a:r>
            <a:r>
              <a:rPr lang="ru-RU" b="1" dirty="0" err="1"/>
              <a:t>қалай</a:t>
            </a:r>
            <a:r>
              <a:rPr lang="ru-RU" b="1" dirty="0"/>
              <a:t> </a:t>
            </a:r>
            <a:r>
              <a:rPr lang="ru-RU" b="1" dirty="0" err="1"/>
              <a:t>біледі</a:t>
            </a:r>
            <a:r>
              <a:rPr lang="ru-RU" b="1" dirty="0"/>
              <a:t>?</a:t>
            </a:r>
            <a:br>
              <a:rPr lang="ru-RU" b="1" dirty="0"/>
            </a:br>
            <a:endParaRPr lang="ru-KZ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20B04C-1419-1F64-9F29-865293FCB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8" y="1841134"/>
            <a:ext cx="5265951" cy="4646950"/>
          </a:xfrm>
        </p:spPr>
        <p:txBody>
          <a:bodyPr anchor="t">
            <a:normAutofit fontScale="85000" lnSpcReduction="10000"/>
          </a:bodyPr>
          <a:lstStyle/>
          <a:p>
            <a:pPr>
              <a:buNone/>
            </a:pP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Нақты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әрдайым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телеметриялық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деректер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жиналады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pPr>
              <a:buNone/>
            </a:pP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Біздің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модельде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деректер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симуляция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беріледі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pPr>
              <a:buNone/>
            </a:pPr>
            <a:endParaRPr lang="ru-RU" sz="22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бақылайтын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негізгі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параметрлер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r>
              <a:rPr lang="en-US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Энергия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деңгейі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— батарея заряды</a:t>
            </a:r>
          </a:p>
          <a:p>
            <a:r>
              <a:rPr lang="en-US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Температура —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ішкі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жүйелердің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қызуы</a:t>
            </a:r>
            <a:endParaRPr lang="ru-RU" sz="22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күйі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(</a:t>
            </a:r>
            <a:r>
              <a:rPr lang="en-US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health) — 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деградация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деңгейі</a:t>
            </a:r>
            <a:endParaRPr lang="ru-RU" sz="22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ru-RU" sz="2200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параметрлер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жүйенің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күйі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(</a:t>
            </a:r>
            <a:r>
              <a:rPr lang="en-US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state)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ретінде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ЖИ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алгоритміне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sz="2200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беріледі</a:t>
            </a:r>
            <a:r>
              <a:rPr lang="ru-RU" sz="2200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4" name="Объект 3" descr="Изображение выглядит как Космическое пространство, пространство, транспорт, плане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F9A599A-D877-EFA6-E9AB-25F9B8CE1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63" r="23730" b="1"/>
          <a:stretch>
            <a:fillRect/>
          </a:stretch>
        </p:blipFill>
        <p:spPr>
          <a:xfrm>
            <a:off x="5879198" y="490264"/>
            <a:ext cx="6312802" cy="6367736"/>
          </a:xfrm>
          <a:custGeom>
            <a:avLst/>
            <a:gdLst/>
            <a:ahLst/>
            <a:cxnLst/>
            <a:rect l="l" t="t" r="r" b="b"/>
            <a:pathLst>
              <a:path w="6312802" h="6367736">
                <a:moveTo>
                  <a:pt x="789715" y="708127"/>
                </a:moveTo>
                <a:cubicBezTo>
                  <a:pt x="845978" y="711650"/>
                  <a:pt x="901296" y="724302"/>
                  <a:pt x="953475" y="745602"/>
                </a:cubicBezTo>
                <a:cubicBezTo>
                  <a:pt x="1173612" y="834890"/>
                  <a:pt x="1309905" y="1073925"/>
                  <a:pt x="1278834" y="1315681"/>
                </a:cubicBezTo>
                <a:cubicBezTo>
                  <a:pt x="1233750" y="1669869"/>
                  <a:pt x="880524" y="1881517"/>
                  <a:pt x="560369" y="1747304"/>
                </a:cubicBezTo>
                <a:cubicBezTo>
                  <a:pt x="338151" y="1654256"/>
                  <a:pt x="204742" y="1408974"/>
                  <a:pt x="242538" y="1164574"/>
                </a:cubicBezTo>
                <a:cubicBezTo>
                  <a:pt x="286421" y="880774"/>
                  <a:pt x="529219" y="692590"/>
                  <a:pt x="789715" y="708127"/>
                </a:cubicBezTo>
                <a:close/>
                <a:moveTo>
                  <a:pt x="2877121" y="364348"/>
                </a:moveTo>
                <a:cubicBezTo>
                  <a:pt x="2901561" y="365790"/>
                  <a:pt x="2925601" y="371235"/>
                  <a:pt x="2948310" y="380363"/>
                </a:cubicBezTo>
                <a:cubicBezTo>
                  <a:pt x="3044405" y="419202"/>
                  <a:pt x="3103503" y="523063"/>
                  <a:pt x="3089970" y="628607"/>
                </a:cubicBezTo>
                <a:cubicBezTo>
                  <a:pt x="3070190" y="782758"/>
                  <a:pt x="2916600" y="874848"/>
                  <a:pt x="2777343" y="816472"/>
                </a:cubicBezTo>
                <a:cubicBezTo>
                  <a:pt x="2680608" y="775952"/>
                  <a:pt x="2622552" y="669287"/>
                  <a:pt x="2639048" y="562863"/>
                </a:cubicBezTo>
                <a:cubicBezTo>
                  <a:pt x="2658106" y="439382"/>
                  <a:pt x="2763810" y="357542"/>
                  <a:pt x="2877121" y="364348"/>
                </a:cubicBezTo>
                <a:close/>
                <a:moveTo>
                  <a:pt x="5725514" y="29060"/>
                </a:moveTo>
                <a:lnTo>
                  <a:pt x="5748657" y="29701"/>
                </a:lnTo>
                <a:cubicBezTo>
                  <a:pt x="5935681" y="36387"/>
                  <a:pt x="6081789" y="65616"/>
                  <a:pt x="6194082" y="113315"/>
                </a:cubicBezTo>
                <a:lnTo>
                  <a:pt x="6312802" y="183322"/>
                </a:lnTo>
                <a:lnTo>
                  <a:pt x="6312802" y="6367736"/>
                </a:lnTo>
                <a:lnTo>
                  <a:pt x="3171877" y="6367736"/>
                </a:lnTo>
                <a:lnTo>
                  <a:pt x="3171635" y="6367591"/>
                </a:lnTo>
                <a:lnTo>
                  <a:pt x="2683232" y="6367591"/>
                </a:lnTo>
                <a:lnTo>
                  <a:pt x="2683031" y="6367736"/>
                </a:lnTo>
                <a:lnTo>
                  <a:pt x="1006759" y="6367736"/>
                </a:lnTo>
                <a:lnTo>
                  <a:pt x="1017798" y="6253705"/>
                </a:lnTo>
                <a:cubicBezTo>
                  <a:pt x="1043303" y="6019815"/>
                  <a:pt x="1065826" y="5776617"/>
                  <a:pt x="897420" y="5565130"/>
                </a:cubicBezTo>
                <a:cubicBezTo>
                  <a:pt x="700507" y="5318087"/>
                  <a:pt x="491822" y="5428997"/>
                  <a:pt x="271526" y="5130943"/>
                </a:cubicBezTo>
                <a:cubicBezTo>
                  <a:pt x="108646" y="4910648"/>
                  <a:pt x="-26366" y="4708290"/>
                  <a:pt x="39940" y="4415201"/>
                </a:cubicBezTo>
                <a:cubicBezTo>
                  <a:pt x="128666" y="4023216"/>
                  <a:pt x="467878" y="3870268"/>
                  <a:pt x="464356" y="3587268"/>
                </a:cubicBezTo>
                <a:cubicBezTo>
                  <a:pt x="460351" y="3247094"/>
                  <a:pt x="43943" y="3178950"/>
                  <a:pt x="3183" y="2791128"/>
                </a:cubicBezTo>
                <a:cubicBezTo>
                  <a:pt x="-23403" y="2538162"/>
                  <a:pt x="118896" y="2235225"/>
                  <a:pt x="343758" y="2095087"/>
                </a:cubicBezTo>
                <a:cubicBezTo>
                  <a:pt x="758163" y="1836512"/>
                  <a:pt x="1225342" y="2272862"/>
                  <a:pt x="1543093" y="2013487"/>
                </a:cubicBezTo>
                <a:cubicBezTo>
                  <a:pt x="1732879" y="1858534"/>
                  <a:pt x="1763790" y="1542064"/>
                  <a:pt x="1726873" y="1342749"/>
                </a:cubicBezTo>
                <a:cubicBezTo>
                  <a:pt x="1656484" y="963255"/>
                  <a:pt x="1345299" y="901114"/>
                  <a:pt x="1356831" y="612032"/>
                </a:cubicBezTo>
                <a:cubicBezTo>
                  <a:pt x="1365319" y="397180"/>
                  <a:pt x="1547578" y="171600"/>
                  <a:pt x="1773239" y="121551"/>
                </a:cubicBezTo>
                <a:cubicBezTo>
                  <a:pt x="1804789" y="114503"/>
                  <a:pt x="1837013" y="110980"/>
                  <a:pt x="1869333" y="110980"/>
                </a:cubicBezTo>
                <a:cubicBezTo>
                  <a:pt x="2087466" y="110980"/>
                  <a:pt x="2259155" y="271137"/>
                  <a:pt x="2312167" y="320866"/>
                </a:cubicBezTo>
                <a:cubicBezTo>
                  <a:pt x="2563133" y="555255"/>
                  <a:pt x="2364538" y="842498"/>
                  <a:pt x="2568899" y="1194363"/>
                </a:cubicBezTo>
                <a:cubicBezTo>
                  <a:pt x="2600650" y="1246494"/>
                  <a:pt x="2637078" y="1295662"/>
                  <a:pt x="2677726" y="1341226"/>
                </a:cubicBezTo>
                <a:cubicBezTo>
                  <a:pt x="2757804" y="1432276"/>
                  <a:pt x="2906990" y="1416261"/>
                  <a:pt x="2964327" y="1310316"/>
                </a:cubicBezTo>
                <a:cubicBezTo>
                  <a:pt x="3059059" y="1135183"/>
                  <a:pt x="3149628" y="938831"/>
                  <a:pt x="3333248" y="887741"/>
                </a:cubicBezTo>
                <a:cubicBezTo>
                  <a:pt x="3690239" y="788365"/>
                  <a:pt x="3902767" y="1378543"/>
                  <a:pt x="4272730" y="1307994"/>
                </a:cubicBezTo>
                <a:cubicBezTo>
                  <a:pt x="4426320" y="1278686"/>
                  <a:pt x="4515368" y="1152802"/>
                  <a:pt x="4596327" y="996810"/>
                </a:cubicBezTo>
                <a:cubicBezTo>
                  <a:pt x="4618829" y="953326"/>
                  <a:pt x="4640770" y="907521"/>
                  <a:pt x="4663272" y="860676"/>
                </a:cubicBezTo>
                <a:cubicBezTo>
                  <a:pt x="4732781" y="613153"/>
                  <a:pt x="4835282" y="115946"/>
                  <a:pt x="5572324" y="40189"/>
                </a:cubicBezTo>
                <a:cubicBezTo>
                  <a:pt x="5622910" y="31543"/>
                  <a:pt x="5674208" y="27859"/>
                  <a:pt x="5725514" y="29060"/>
                </a:cubicBezTo>
                <a:close/>
                <a:moveTo>
                  <a:pt x="4169348" y="793"/>
                </a:moveTo>
                <a:cubicBezTo>
                  <a:pt x="4219966" y="3995"/>
                  <a:pt x="4269734" y="15368"/>
                  <a:pt x="4316693" y="34505"/>
                </a:cubicBezTo>
                <a:cubicBezTo>
                  <a:pt x="4514808" y="114584"/>
                  <a:pt x="4637488" y="329676"/>
                  <a:pt x="4609540" y="547569"/>
                </a:cubicBezTo>
                <a:cubicBezTo>
                  <a:pt x="4568620" y="865801"/>
                  <a:pt x="4251108" y="1055907"/>
                  <a:pt x="3962986" y="935790"/>
                </a:cubicBezTo>
                <a:cubicBezTo>
                  <a:pt x="3762790" y="852028"/>
                  <a:pt x="3642672" y="631491"/>
                  <a:pt x="3676946" y="411355"/>
                </a:cubicBezTo>
                <a:cubicBezTo>
                  <a:pt x="3716424" y="155985"/>
                  <a:pt x="3934959" y="-13061"/>
                  <a:pt x="4169348" y="793"/>
                </a:cubicBezTo>
                <a:close/>
              </a:path>
            </a:pathLst>
          </a:cu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EDECD1-0A4F-3E71-E6B9-C9A19070D480}"/>
              </a:ext>
            </a:extLst>
          </p:cNvPr>
          <p:cNvSpPr txBox="1"/>
          <p:nvPr/>
        </p:nvSpPr>
        <p:spPr>
          <a:xfrm>
            <a:off x="9381280" y="6211669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22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B1D3BD9E-0EC6-9331-BB51-73CB04A0D76F}"/>
              </a:ext>
            </a:extLst>
          </p:cNvPr>
          <p:cNvSpPr/>
          <p:nvPr/>
        </p:nvSpPr>
        <p:spPr>
          <a:xfrm>
            <a:off x="6142895" y="2636845"/>
            <a:ext cx="5316041" cy="79215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291E736-77AC-B511-F122-26EDCDC2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74" y="1501906"/>
            <a:ext cx="5149326" cy="1643663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Жасанды</a:t>
            </a:r>
            <a:r>
              <a:rPr lang="ru-RU" b="1" dirty="0"/>
              <a:t> интеллект </a:t>
            </a:r>
            <a:r>
              <a:rPr lang="ru-RU" b="1" dirty="0" err="1"/>
              <a:t>қалай</a:t>
            </a:r>
            <a:r>
              <a:rPr lang="ru-RU" b="1" dirty="0"/>
              <a:t> </a:t>
            </a:r>
            <a:r>
              <a:rPr lang="ru-RU" b="1" dirty="0" err="1"/>
              <a:t>шешім</a:t>
            </a:r>
            <a:r>
              <a:rPr lang="ru-RU" b="1" dirty="0"/>
              <a:t> </a:t>
            </a:r>
            <a:r>
              <a:rPr lang="ru-RU" b="1" dirty="0" err="1"/>
              <a:t>қабылдайды</a:t>
            </a:r>
            <a:r>
              <a:rPr lang="ru-RU" b="1" dirty="0"/>
              <a:t>?</a:t>
            </a:r>
            <a:br>
              <a:rPr lang="ru-RU" b="1" dirty="0"/>
            </a:br>
            <a:endParaRPr lang="ru-KZ" dirty="0"/>
          </a:p>
        </p:txBody>
      </p:sp>
      <p:pic>
        <p:nvPicPr>
          <p:cNvPr id="6" name="Объект 5" descr="Изображение выглядит как транспорт, спутник, пространство, Космическое простран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E14A8F3-3FD0-C814-F14A-C66F7095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43" r="23284" b="1"/>
          <a:stretch>
            <a:fillRect/>
          </a:stretch>
        </p:blipFill>
        <p:spPr>
          <a:xfrm>
            <a:off x="2" y="10"/>
            <a:ext cx="6164130" cy="5529421"/>
          </a:xfrm>
          <a:custGeom>
            <a:avLst/>
            <a:gdLst/>
            <a:ahLst/>
            <a:cxnLst/>
            <a:rect l="l" t="t" r="r" b="b"/>
            <a:pathLst>
              <a:path w="6972657" h="6356349">
                <a:moveTo>
                  <a:pt x="4162425" y="4810724"/>
                </a:moveTo>
                <a:cubicBezTo>
                  <a:pt x="4508954" y="4810724"/>
                  <a:pt x="4789872" y="5103559"/>
                  <a:pt x="4789872" y="5464789"/>
                </a:cubicBezTo>
                <a:cubicBezTo>
                  <a:pt x="4789872" y="5826019"/>
                  <a:pt x="4508954" y="6118855"/>
                  <a:pt x="4162425" y="6118855"/>
                </a:cubicBezTo>
                <a:cubicBezTo>
                  <a:pt x="3815896" y="6118855"/>
                  <a:pt x="3534978" y="5826019"/>
                  <a:pt x="3534978" y="5464789"/>
                </a:cubicBezTo>
                <a:cubicBezTo>
                  <a:pt x="3534978" y="5103559"/>
                  <a:pt x="3815896" y="4810724"/>
                  <a:pt x="4162425" y="4810724"/>
                </a:cubicBezTo>
                <a:close/>
                <a:moveTo>
                  <a:pt x="92101" y="4731176"/>
                </a:moveTo>
                <a:cubicBezTo>
                  <a:pt x="540880" y="4731176"/>
                  <a:pt x="904688" y="5094984"/>
                  <a:pt x="904688" y="5543763"/>
                </a:cubicBezTo>
                <a:cubicBezTo>
                  <a:pt x="904688" y="5964494"/>
                  <a:pt x="584935" y="6310542"/>
                  <a:pt x="175183" y="6352155"/>
                </a:cubicBezTo>
                <a:lnTo>
                  <a:pt x="92121" y="6356349"/>
                </a:lnTo>
                <a:lnTo>
                  <a:pt x="92081" y="6356349"/>
                </a:lnTo>
                <a:lnTo>
                  <a:pt x="9019" y="6352155"/>
                </a:lnTo>
                <a:lnTo>
                  <a:pt x="4079" y="6351401"/>
                </a:lnTo>
                <a:lnTo>
                  <a:pt x="0" y="6352492"/>
                </a:lnTo>
                <a:lnTo>
                  <a:pt x="0" y="4736748"/>
                </a:lnTo>
                <a:lnTo>
                  <a:pt x="9019" y="4735372"/>
                </a:lnTo>
                <a:cubicBezTo>
                  <a:pt x="36336" y="4732597"/>
                  <a:pt x="64052" y="4731176"/>
                  <a:pt x="92101" y="4731176"/>
                </a:cubicBezTo>
                <a:close/>
                <a:moveTo>
                  <a:pt x="6385770" y="2098604"/>
                </a:moveTo>
                <a:cubicBezTo>
                  <a:pt x="6543907" y="2107100"/>
                  <a:pt x="6698935" y="2178483"/>
                  <a:pt x="6813407" y="2310776"/>
                </a:cubicBezTo>
                <a:cubicBezTo>
                  <a:pt x="7042252" y="2575278"/>
                  <a:pt x="7022052" y="2983098"/>
                  <a:pt x="6768322" y="3221698"/>
                </a:cubicBezTo>
                <a:cubicBezTo>
                  <a:pt x="6718815" y="3268040"/>
                  <a:pt x="6662527" y="3305861"/>
                  <a:pt x="6601629" y="3333787"/>
                </a:cubicBezTo>
                <a:cubicBezTo>
                  <a:pt x="6357584" y="3444872"/>
                  <a:pt x="6072796" y="3380857"/>
                  <a:pt x="5894479" y="3174765"/>
                </a:cubicBezTo>
                <a:cubicBezTo>
                  <a:pt x="5665537" y="2910180"/>
                  <a:pt x="5685739" y="2502359"/>
                  <a:pt x="5939476" y="2263752"/>
                </a:cubicBezTo>
                <a:cubicBezTo>
                  <a:pt x="6066385" y="2144498"/>
                  <a:pt x="6227633" y="2090107"/>
                  <a:pt x="6385770" y="2098604"/>
                </a:cubicBezTo>
                <a:close/>
                <a:moveTo>
                  <a:pt x="0" y="0"/>
                </a:moveTo>
                <a:lnTo>
                  <a:pt x="5609109" y="0"/>
                </a:lnTo>
                <a:lnTo>
                  <a:pt x="5710855" y="100163"/>
                </a:lnTo>
                <a:cubicBezTo>
                  <a:pt x="5940043" y="363896"/>
                  <a:pt x="6060564" y="781193"/>
                  <a:pt x="5983550" y="1133306"/>
                </a:cubicBezTo>
                <a:cubicBezTo>
                  <a:pt x="5820740" y="1874471"/>
                  <a:pt x="4868226" y="1916819"/>
                  <a:pt x="4807924" y="2551785"/>
                </a:cubicBezTo>
                <a:cubicBezTo>
                  <a:pt x="4772098" y="2931077"/>
                  <a:pt x="5073952" y="3310271"/>
                  <a:pt x="5323480" y="3486493"/>
                </a:cubicBezTo>
                <a:cubicBezTo>
                  <a:pt x="5798207" y="3822498"/>
                  <a:pt x="6190925" y="3545085"/>
                  <a:pt x="6484693" y="3873055"/>
                </a:cubicBezTo>
                <a:cubicBezTo>
                  <a:pt x="6702769" y="4116667"/>
                  <a:pt x="6749067" y="4564067"/>
                  <a:pt x="6564699" y="4869471"/>
                </a:cubicBezTo>
                <a:cubicBezTo>
                  <a:pt x="6538929" y="4912110"/>
                  <a:pt x="6508772" y="4951720"/>
                  <a:pt x="6474766" y="4987555"/>
                </a:cubicBezTo>
                <a:lnTo>
                  <a:pt x="6475634" y="4987552"/>
                </a:lnTo>
                <a:cubicBezTo>
                  <a:pt x="6246183" y="5229347"/>
                  <a:pt x="5896158" y="5245005"/>
                  <a:pt x="5787911" y="5249784"/>
                </a:cubicBezTo>
                <a:cubicBezTo>
                  <a:pt x="5276208" y="5272608"/>
                  <a:pt x="5181583" y="4739335"/>
                  <a:pt x="4594647" y="4582595"/>
                </a:cubicBezTo>
                <a:cubicBezTo>
                  <a:pt x="4553401" y="4571414"/>
                  <a:pt x="4047262" y="4444111"/>
                  <a:pt x="3576692" y="4689896"/>
                </a:cubicBezTo>
                <a:cubicBezTo>
                  <a:pt x="2903508" y="5041365"/>
                  <a:pt x="3035835" y="5772616"/>
                  <a:pt x="2439534" y="6019748"/>
                </a:cubicBezTo>
                <a:cubicBezTo>
                  <a:pt x="2062607" y="6175963"/>
                  <a:pt x="1545662" y="6076257"/>
                  <a:pt x="1262869" y="5786450"/>
                </a:cubicBezTo>
                <a:cubicBezTo>
                  <a:pt x="864056" y="5377550"/>
                  <a:pt x="1125562" y="4799418"/>
                  <a:pt x="734842" y="4526254"/>
                </a:cubicBezTo>
                <a:cubicBezTo>
                  <a:pt x="506361" y="4366061"/>
                  <a:pt x="192715" y="4446641"/>
                  <a:pt x="19856" y="4511293"/>
                </a:cubicBezTo>
                <a:lnTo>
                  <a:pt x="0" y="4519330"/>
                </a:lnTo>
                <a:close/>
              </a:path>
            </a:pathLst>
          </a:cu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D9BDF9E1-9EBF-89DF-C115-ED56C1235722}"/>
              </a:ext>
            </a:extLst>
          </p:cNvPr>
          <p:cNvSpPr/>
          <p:nvPr/>
        </p:nvSpPr>
        <p:spPr>
          <a:xfrm>
            <a:off x="6142894" y="3527385"/>
            <a:ext cx="5316041" cy="22550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2F373A4-A42C-3693-CCF7-A4E2C6D6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4131" y="2735229"/>
            <a:ext cx="5734643" cy="402438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Жоба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Reinforcement Learning (Q-learning)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алгоритміне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негізделген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  <a:b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уақыт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қадамында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логика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мынадай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1. 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ЖИ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ағымдағы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күйін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алады</a:t>
            </a:r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2.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Мүмкін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әрекеттерді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бағалайды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3.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тиімді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әрекетті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таңдайды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4.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Нәтижеге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қарай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үйренеді</a:t>
            </a:r>
            <a:b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процесс 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state → action → reward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циклымен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қайталанады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68A08-86BA-6AB8-BF16-0352C967A0F6}"/>
              </a:ext>
            </a:extLst>
          </p:cNvPr>
          <p:cNvSpPr txBox="1"/>
          <p:nvPr/>
        </p:nvSpPr>
        <p:spPr>
          <a:xfrm>
            <a:off x="9401276" y="6278724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915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086B262-0D19-9719-C8D3-6CDC60D2E4F2}"/>
              </a:ext>
            </a:extLst>
          </p:cNvPr>
          <p:cNvSpPr/>
          <p:nvPr/>
        </p:nvSpPr>
        <p:spPr>
          <a:xfrm>
            <a:off x="740780" y="4084689"/>
            <a:ext cx="6018835" cy="266335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ADA084-C86B-4F3C-8077-6A8999CC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695D2-13BC-55D9-D640-B8DE0AFDE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1014417"/>
            <a:ext cx="4429999" cy="2967034"/>
          </a:xfrm>
        </p:spPr>
        <p:txBody>
          <a:bodyPr anchor="b">
            <a:normAutofit fontScale="90000"/>
          </a:bodyPr>
          <a:lstStyle/>
          <a:p>
            <a:r>
              <a:rPr lang="ru-RU" b="1" dirty="0"/>
              <a:t>ЖИ </a:t>
            </a:r>
            <a:r>
              <a:rPr lang="ru-RU" b="1" dirty="0" err="1"/>
              <a:t>нақты</a:t>
            </a:r>
            <a:r>
              <a:rPr lang="ru-RU" b="1" dirty="0"/>
              <a:t> </a:t>
            </a:r>
            <a:r>
              <a:rPr lang="ru-RU" b="1" dirty="0" err="1"/>
              <a:t>қандай</a:t>
            </a:r>
            <a:r>
              <a:rPr lang="ru-RU" b="1" dirty="0"/>
              <a:t> </a:t>
            </a:r>
            <a:r>
              <a:rPr lang="ru-RU" b="1" dirty="0" err="1"/>
              <a:t>әрекеттер</a:t>
            </a:r>
            <a:r>
              <a:rPr lang="ru-RU" b="1" dirty="0"/>
              <a:t> </a:t>
            </a:r>
            <a:r>
              <a:rPr lang="ru-RU" b="1" dirty="0" err="1"/>
              <a:t>жасайды</a:t>
            </a:r>
            <a:r>
              <a:rPr lang="ru-RU" b="1" dirty="0"/>
              <a:t>?</a:t>
            </a:r>
            <a:r>
              <a:rPr lang="en-US" b="1" dirty="0"/>
              <a:t>		</a:t>
            </a:r>
            <a:br>
              <a:rPr lang="ru-RU" b="1" dirty="0"/>
            </a:br>
            <a:endParaRPr lang="ru-KZ" dirty="0"/>
          </a:p>
        </p:txBody>
      </p:sp>
      <p:pic>
        <p:nvPicPr>
          <p:cNvPr id="4" name="Объект 3" descr="Изображение выглядит как транспорт, пространство, Космическое пространство, космический кораб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17EF43-927C-3E75-D591-3A15F2E5F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39"/>
          <a:stretch>
            <a:fillRect/>
          </a:stretch>
        </p:blipFill>
        <p:spPr>
          <a:xfrm>
            <a:off x="4612147" y="10"/>
            <a:ext cx="7411218" cy="3589076"/>
          </a:xfrm>
          <a:custGeom>
            <a:avLst/>
            <a:gdLst/>
            <a:ahLst/>
            <a:cxnLst/>
            <a:rect l="l" t="t" r="r" b="b"/>
            <a:pathLst>
              <a:path w="4991611" h="2417325">
                <a:moveTo>
                  <a:pt x="1698515" y="1777228"/>
                </a:moveTo>
                <a:cubicBezTo>
                  <a:pt x="1741089" y="1769773"/>
                  <a:pt x="1786507" y="1778559"/>
                  <a:pt x="1824679" y="1805354"/>
                </a:cubicBezTo>
                <a:cubicBezTo>
                  <a:pt x="1901020" y="1858944"/>
                  <a:pt x="1919464" y="1964275"/>
                  <a:pt x="1865874" y="2040617"/>
                </a:cubicBezTo>
                <a:cubicBezTo>
                  <a:pt x="1812284" y="2116959"/>
                  <a:pt x="1706954" y="2135403"/>
                  <a:pt x="1630612" y="2081813"/>
                </a:cubicBezTo>
                <a:cubicBezTo>
                  <a:pt x="1554269" y="2028223"/>
                  <a:pt x="1535825" y="1922892"/>
                  <a:pt x="1589415" y="1846551"/>
                </a:cubicBezTo>
                <a:cubicBezTo>
                  <a:pt x="1616210" y="1808379"/>
                  <a:pt x="1655940" y="1784683"/>
                  <a:pt x="1698515" y="1777228"/>
                </a:cubicBezTo>
                <a:close/>
                <a:moveTo>
                  <a:pt x="203804" y="138075"/>
                </a:moveTo>
                <a:cubicBezTo>
                  <a:pt x="242325" y="138765"/>
                  <a:pt x="281060" y="150569"/>
                  <a:pt x="314966" y="174370"/>
                </a:cubicBezTo>
                <a:cubicBezTo>
                  <a:pt x="405384" y="237841"/>
                  <a:pt x="427228" y="362591"/>
                  <a:pt x="363758" y="453009"/>
                </a:cubicBezTo>
                <a:cubicBezTo>
                  <a:pt x="300287" y="543426"/>
                  <a:pt x="175537" y="565271"/>
                  <a:pt x="85119" y="501800"/>
                </a:cubicBezTo>
                <a:cubicBezTo>
                  <a:pt x="-5298" y="438330"/>
                  <a:pt x="-27143" y="313579"/>
                  <a:pt x="36328" y="223162"/>
                </a:cubicBezTo>
                <a:cubicBezTo>
                  <a:pt x="75997" y="166651"/>
                  <a:pt x="139603" y="136926"/>
                  <a:pt x="203804" y="138075"/>
                </a:cubicBezTo>
                <a:close/>
                <a:moveTo>
                  <a:pt x="4523751" y="0"/>
                </a:moveTo>
                <a:lnTo>
                  <a:pt x="4991611" y="0"/>
                </a:lnTo>
                <a:lnTo>
                  <a:pt x="4990548" y="56396"/>
                </a:lnTo>
                <a:cubicBezTo>
                  <a:pt x="4984038" y="86656"/>
                  <a:pt x="4971488" y="116139"/>
                  <a:pt x="4952586" y="143066"/>
                </a:cubicBezTo>
                <a:cubicBezTo>
                  <a:pt x="4876979" y="250772"/>
                  <a:pt x="4728373" y="276794"/>
                  <a:pt x="4620666" y="201187"/>
                </a:cubicBezTo>
                <a:cubicBezTo>
                  <a:pt x="4566812" y="163383"/>
                  <a:pt x="4533379" y="107329"/>
                  <a:pt x="4522861" y="47263"/>
                </a:cubicBezTo>
                <a:close/>
                <a:moveTo>
                  <a:pt x="541421" y="0"/>
                </a:moveTo>
                <a:lnTo>
                  <a:pt x="4356714" y="0"/>
                </a:lnTo>
                <a:lnTo>
                  <a:pt x="4356205" y="34459"/>
                </a:lnTo>
                <a:cubicBezTo>
                  <a:pt x="4362464" y="136224"/>
                  <a:pt x="4407157" y="234699"/>
                  <a:pt x="4484237" y="308330"/>
                </a:cubicBezTo>
                <a:cubicBezTo>
                  <a:pt x="4486133" y="310151"/>
                  <a:pt x="4488029" y="311972"/>
                  <a:pt x="4489907" y="313811"/>
                </a:cubicBezTo>
                <a:cubicBezTo>
                  <a:pt x="4733674" y="552267"/>
                  <a:pt x="4749088" y="944782"/>
                  <a:pt x="4524822" y="1201671"/>
                </a:cubicBezTo>
                <a:cubicBezTo>
                  <a:pt x="4437309" y="1301892"/>
                  <a:pt x="4326199" y="1368457"/>
                  <a:pt x="4207357" y="1400707"/>
                </a:cubicBezTo>
                <a:cubicBezTo>
                  <a:pt x="4066155" y="1439039"/>
                  <a:pt x="3957711" y="1552796"/>
                  <a:pt x="3920694" y="1694333"/>
                </a:cubicBezTo>
                <a:cubicBezTo>
                  <a:pt x="3882006" y="1842233"/>
                  <a:pt x="3807745" y="1983116"/>
                  <a:pt x="3697275" y="2103649"/>
                </a:cubicBezTo>
                <a:cubicBezTo>
                  <a:pt x="3339919" y="2493573"/>
                  <a:pt x="2728866" y="2524228"/>
                  <a:pt x="2334530" y="2171713"/>
                </a:cubicBezTo>
                <a:cubicBezTo>
                  <a:pt x="2237292" y="2084783"/>
                  <a:pt x="2161737" y="1982852"/>
                  <a:pt x="2108126" y="1872607"/>
                </a:cubicBezTo>
                <a:cubicBezTo>
                  <a:pt x="2041917" y="1736456"/>
                  <a:pt x="1902913" y="1651778"/>
                  <a:pt x="1751632" y="1647497"/>
                </a:cubicBezTo>
                <a:cubicBezTo>
                  <a:pt x="1363811" y="1636421"/>
                  <a:pt x="978655" y="1451953"/>
                  <a:pt x="721917" y="1088629"/>
                </a:cubicBezTo>
                <a:cubicBezTo>
                  <a:pt x="514495" y="795116"/>
                  <a:pt x="442915" y="431247"/>
                  <a:pt x="515690" y="89522"/>
                </a:cubicBez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E4A9EE-D54D-C966-FADF-1B2C97D8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692324"/>
            <a:ext cx="10741152" cy="316566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Жасанды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интеллект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келесі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әрекеттерді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модельдейді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1.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Пайдалы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жүктемені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өшіру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энергия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тұтынуды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азайтады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2.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Салқындату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режимін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қосу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температураны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қауіпсіз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деңгейге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түсіреді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3.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Энергияны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қайта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бөлу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маңызды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жүйелерді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ұзақ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сақтайды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2EB4A-F311-7987-3B77-7619490855B5}"/>
              </a:ext>
            </a:extLst>
          </p:cNvPr>
          <p:cNvSpPr txBox="1"/>
          <p:nvPr/>
        </p:nvSpPr>
        <p:spPr>
          <a:xfrm>
            <a:off x="7161835" y="3811007"/>
            <a:ext cx="51275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</a:b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Нақты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спутникте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әрекеттер</a:t>
            </a:r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бортты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компьютер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датчиктер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мен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орындаушы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механизмдерге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(</a:t>
            </a:r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actuators) 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команда беру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арқылы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іске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асады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A16F8-D210-AF2B-3AAF-5226B58F560F}"/>
              </a:ext>
            </a:extLst>
          </p:cNvPr>
          <p:cNvSpPr txBox="1"/>
          <p:nvPr/>
        </p:nvSpPr>
        <p:spPr>
          <a:xfrm>
            <a:off x="9405394" y="6278568"/>
            <a:ext cx="6429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418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A812BB7-EC39-096C-A4D9-28D3F2C76E5E}"/>
              </a:ext>
            </a:extLst>
          </p:cNvPr>
          <p:cNvSpPr/>
          <p:nvPr/>
        </p:nvSpPr>
        <p:spPr>
          <a:xfrm>
            <a:off x="6463837" y="4155311"/>
            <a:ext cx="5330766" cy="140053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A5830E98-2290-1587-E6A3-2FED539E4572}"/>
              </a:ext>
            </a:extLst>
          </p:cNvPr>
          <p:cNvSpPr/>
          <p:nvPr/>
        </p:nvSpPr>
        <p:spPr>
          <a:xfrm>
            <a:off x="6463837" y="2673752"/>
            <a:ext cx="5118562" cy="86810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4E4A9-D8D0-4AE7-99BD-EFE51D6EB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D62F46-8DC3-4EDF-BDEF-27C439C6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336253" cy="6858001"/>
          </a:xfrm>
          <a:custGeom>
            <a:avLst/>
            <a:gdLst>
              <a:gd name="connsiteX0" fmla="*/ 5721063 w 6336253"/>
              <a:gd name="connsiteY0" fmla="*/ 3536635 h 6858001"/>
              <a:gd name="connsiteX1" fmla="*/ 6230651 w 6336253"/>
              <a:gd name="connsiteY1" fmla="*/ 4046223 h 6858001"/>
              <a:gd name="connsiteX2" fmla="*/ 5721063 w 6336253"/>
              <a:gd name="connsiteY2" fmla="*/ 4555811 h 6858001"/>
              <a:gd name="connsiteX3" fmla="*/ 5211475 w 6336253"/>
              <a:gd name="connsiteY3" fmla="*/ 4046223 h 6858001"/>
              <a:gd name="connsiteX4" fmla="*/ 5721063 w 6336253"/>
              <a:gd name="connsiteY4" fmla="*/ 3536635 h 6858001"/>
              <a:gd name="connsiteX5" fmla="*/ 5456902 w 6336253"/>
              <a:gd name="connsiteY5" fmla="*/ 0 h 6858001"/>
              <a:gd name="connsiteX6" fmla="*/ 6321710 w 6336253"/>
              <a:gd name="connsiteY6" fmla="*/ 0 h 6858001"/>
              <a:gd name="connsiteX7" fmla="*/ 6332019 w 6336253"/>
              <a:gd name="connsiteY7" fmla="*/ 42969 h 6858001"/>
              <a:gd name="connsiteX8" fmla="*/ 6320934 w 6336253"/>
              <a:gd name="connsiteY8" fmla="*/ 219852 h 6858001"/>
              <a:gd name="connsiteX9" fmla="*/ 5774313 w 6336253"/>
              <a:gd name="connsiteY9" fmla="*/ 535443 h 6858001"/>
              <a:gd name="connsiteX10" fmla="*/ 5444200 w 6336253"/>
              <a:gd name="connsiteY10" fmla="*/ 78052 h 6858001"/>
              <a:gd name="connsiteX11" fmla="*/ 609600 w 6336253"/>
              <a:gd name="connsiteY11" fmla="*/ 0 h 6858001"/>
              <a:gd name="connsiteX12" fmla="*/ 1171409 w 6336253"/>
              <a:gd name="connsiteY12" fmla="*/ 0 h 6858001"/>
              <a:gd name="connsiteX13" fmla="*/ 4838473 w 6336253"/>
              <a:gd name="connsiteY13" fmla="*/ 0 h 6858001"/>
              <a:gd name="connsiteX14" fmla="*/ 4830349 w 6336253"/>
              <a:gd name="connsiteY14" fmla="*/ 184996 h 6858001"/>
              <a:gd name="connsiteX15" fmla="*/ 4833376 w 6336253"/>
              <a:gd name="connsiteY15" fmla="*/ 419995 h 6858001"/>
              <a:gd name="connsiteX16" fmla="*/ 5281338 w 6336253"/>
              <a:gd name="connsiteY16" fmla="*/ 1068099 h 6858001"/>
              <a:gd name="connsiteX17" fmla="*/ 5729205 w 6336253"/>
              <a:gd name="connsiteY17" fmla="*/ 2589405 h 6858001"/>
              <a:gd name="connsiteX18" fmla="*/ 5283212 w 6336253"/>
              <a:gd name="connsiteY18" fmla="*/ 3164269 h 6858001"/>
              <a:gd name="connsiteX19" fmla="*/ 5124820 w 6336253"/>
              <a:gd name="connsiteY19" fmla="*/ 4641255 h 6858001"/>
              <a:gd name="connsiteX20" fmla="*/ 5736551 w 6336253"/>
              <a:gd name="connsiteY20" fmla="*/ 5670858 h 6858001"/>
              <a:gd name="connsiteX21" fmla="*/ 6022123 w 6336253"/>
              <a:gd name="connsiteY21" fmla="*/ 6707670 h 6858001"/>
              <a:gd name="connsiteX22" fmla="*/ 6024496 w 6336253"/>
              <a:gd name="connsiteY22" fmla="*/ 6858000 h 6858001"/>
              <a:gd name="connsiteX23" fmla="*/ 2242268 w 6336253"/>
              <a:gd name="connsiteY23" fmla="*/ 6858000 h 6858001"/>
              <a:gd name="connsiteX24" fmla="*/ 2242268 w 6336253"/>
              <a:gd name="connsiteY24" fmla="*/ 6858001 h 6858001"/>
              <a:gd name="connsiteX25" fmla="*/ 0 w 6336253"/>
              <a:gd name="connsiteY25" fmla="*/ 6858001 h 6858001"/>
              <a:gd name="connsiteX26" fmla="*/ 0 w 6336253"/>
              <a:gd name="connsiteY26" fmla="*/ 1 h 6858001"/>
              <a:gd name="connsiteX27" fmla="*/ 609600 w 6336253"/>
              <a:gd name="connsiteY27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36253" h="6858001">
                <a:moveTo>
                  <a:pt x="5721063" y="3536635"/>
                </a:moveTo>
                <a:cubicBezTo>
                  <a:pt x="6002501" y="3536635"/>
                  <a:pt x="6230651" y="3764785"/>
                  <a:pt x="6230651" y="4046223"/>
                </a:cubicBezTo>
                <a:cubicBezTo>
                  <a:pt x="6230651" y="4327661"/>
                  <a:pt x="6002501" y="4555811"/>
                  <a:pt x="5721063" y="4555811"/>
                </a:cubicBezTo>
                <a:cubicBezTo>
                  <a:pt x="5439625" y="4555811"/>
                  <a:pt x="5211475" y="4327661"/>
                  <a:pt x="5211475" y="4046223"/>
                </a:cubicBezTo>
                <a:cubicBezTo>
                  <a:pt x="5211475" y="3764785"/>
                  <a:pt x="5439625" y="3536635"/>
                  <a:pt x="5721063" y="3536635"/>
                </a:cubicBezTo>
                <a:close/>
                <a:moveTo>
                  <a:pt x="5456902" y="0"/>
                </a:moveTo>
                <a:lnTo>
                  <a:pt x="6321710" y="0"/>
                </a:lnTo>
                <a:lnTo>
                  <a:pt x="6332019" y="42969"/>
                </a:lnTo>
                <a:cubicBezTo>
                  <a:pt x="6340015" y="100391"/>
                  <a:pt x="6336884" y="160329"/>
                  <a:pt x="6320934" y="219852"/>
                </a:cubicBezTo>
                <a:cubicBezTo>
                  <a:pt x="6257137" y="457945"/>
                  <a:pt x="6012407" y="599240"/>
                  <a:pt x="5774313" y="535443"/>
                </a:cubicBezTo>
                <a:cubicBezTo>
                  <a:pt x="5565982" y="479621"/>
                  <a:pt x="5431761" y="285271"/>
                  <a:pt x="5444200" y="78052"/>
                </a:cubicBezTo>
                <a:close/>
                <a:moveTo>
                  <a:pt x="609600" y="0"/>
                </a:moveTo>
                <a:lnTo>
                  <a:pt x="1171409" y="0"/>
                </a:lnTo>
                <a:lnTo>
                  <a:pt x="4838473" y="0"/>
                </a:lnTo>
                <a:lnTo>
                  <a:pt x="4830349" y="184996"/>
                </a:lnTo>
                <a:cubicBezTo>
                  <a:pt x="4828991" y="263520"/>
                  <a:pt x="4829864" y="341910"/>
                  <a:pt x="4833376" y="419995"/>
                </a:cubicBezTo>
                <a:cubicBezTo>
                  <a:pt x="4846565" y="709488"/>
                  <a:pt x="5075226" y="891535"/>
                  <a:pt x="5281338" y="1068099"/>
                </a:cubicBezTo>
                <a:cubicBezTo>
                  <a:pt x="5795128" y="1508061"/>
                  <a:pt x="5969974" y="2032158"/>
                  <a:pt x="5729205" y="2589405"/>
                </a:cubicBezTo>
                <a:cubicBezTo>
                  <a:pt x="5635831" y="2805523"/>
                  <a:pt x="5454276" y="2993264"/>
                  <a:pt x="5283212" y="3164269"/>
                </a:cubicBezTo>
                <a:cubicBezTo>
                  <a:pt x="4824418" y="3622744"/>
                  <a:pt x="4843217" y="4154456"/>
                  <a:pt x="5124820" y="4641255"/>
                </a:cubicBezTo>
                <a:cubicBezTo>
                  <a:pt x="5325440" y="4986832"/>
                  <a:pt x="5565996" y="5311556"/>
                  <a:pt x="5736551" y="5670858"/>
                </a:cubicBezTo>
                <a:cubicBezTo>
                  <a:pt x="5902602" y="6019042"/>
                  <a:pt x="6001121" y="6366409"/>
                  <a:pt x="6022123" y="6707670"/>
                </a:cubicBezTo>
                <a:lnTo>
                  <a:pt x="6024496" y="6858000"/>
                </a:lnTo>
                <a:lnTo>
                  <a:pt x="2242268" y="6858000"/>
                </a:lnTo>
                <a:lnTo>
                  <a:pt x="2242268" y="6858001"/>
                </a:lnTo>
                <a:lnTo>
                  <a:pt x="0" y="6858001"/>
                </a:lnTo>
                <a:lnTo>
                  <a:pt x="0" y="1"/>
                </a:lnTo>
                <a:lnTo>
                  <a:pt x="6096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13655-F758-E384-D672-76D67B53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458" y="552782"/>
            <a:ext cx="5125941" cy="193674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Апробация </a:t>
            </a:r>
            <a:r>
              <a:rPr lang="ru-RU" b="1" dirty="0" err="1"/>
              <a:t>және</a:t>
            </a:r>
            <a:r>
              <a:rPr lang="ru-RU" b="1" dirty="0"/>
              <a:t> </a:t>
            </a:r>
            <a:r>
              <a:rPr lang="ru-RU" b="1" dirty="0" err="1"/>
              <a:t>нақты</a:t>
            </a:r>
            <a:r>
              <a:rPr lang="ru-RU" b="1" dirty="0"/>
              <a:t> </a:t>
            </a:r>
            <a:r>
              <a:rPr lang="ru-RU" b="1" dirty="0" err="1"/>
              <a:t>дәлел</a:t>
            </a:r>
            <a:br>
              <a:rPr lang="ru-RU" b="1" dirty="0"/>
            </a:br>
            <a:endParaRPr lang="ru-KZ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AA1CDB-71E0-3DC5-E855-2B5F539CA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458" y="2013995"/>
            <a:ext cx="5338145" cy="452570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Жүйе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симуляциялық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ортада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тексерілді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Екі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сценарий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салыстырылды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</a:t>
            </a:r>
            <a:r>
              <a:rPr lang="ru-KZ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Жасанды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интеллектсіз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басқару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Жасанды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интеллектпен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автономды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басқару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pPr>
              <a:buNone/>
            </a:pP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Нәтижелер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көрсеткендей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:</a:t>
            </a: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 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ЖИ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жоқ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жағдайда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энергия тез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таусылады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 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ЖИ бар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жағдайда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энергия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тұрақты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сақталады</a:t>
            </a:r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en-US" b="1" dirty="0">
                <a:latin typeface="Posterama" panose="020B0504020200020000" pitchFamily="34" charset="0"/>
                <a:cs typeface="Posterama" panose="020B0504020200020000" pitchFamily="34" charset="0"/>
              </a:rPr>
              <a:t>-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Миссияның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жұмыс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уақыты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айтарлықтай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ұзарады</a:t>
            </a:r>
            <a:endParaRPr lang="en-US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endParaRPr lang="ru-RU" b="1" dirty="0">
              <a:latin typeface="Posterama" panose="020B0504020200020000" pitchFamily="34" charset="0"/>
              <a:cs typeface="Posterama" panose="020B0504020200020000" pitchFamily="34" charset="0"/>
            </a:endParaRPr>
          </a:p>
          <a:p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Бұл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график ЖИ-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дің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спутник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ресурстарын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тиімді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басқаруға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қабілетті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екенін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нақты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r>
              <a:rPr lang="ru-RU" b="1" dirty="0" err="1">
                <a:latin typeface="Posterama" panose="020B0504020200020000" pitchFamily="34" charset="0"/>
                <a:cs typeface="Posterama" panose="020B0504020200020000" pitchFamily="34" charset="0"/>
              </a:rPr>
              <a:t>дәлелдейді</a:t>
            </a:r>
            <a:r>
              <a:rPr lang="ru-RU" b="1" dirty="0">
                <a:latin typeface="Posterama" panose="020B0504020200020000" pitchFamily="34" charset="0"/>
                <a:cs typeface="Posterama" panose="020B0504020200020000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5" name="Объект 4" descr="Изображение выглядит как текст, линия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8AE2370-A08B-2070-438C-D927E2066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4224"/>
            <a:ext cx="4600913" cy="3324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67D89-E2DB-B94D-2155-BC3843257102}"/>
              </a:ext>
            </a:extLst>
          </p:cNvPr>
          <p:cNvSpPr txBox="1"/>
          <p:nvPr/>
        </p:nvSpPr>
        <p:spPr>
          <a:xfrm>
            <a:off x="9336198" y="6305218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chemeClr val="bg1">
                    <a:lumMod val="65000"/>
                  </a:schemeClr>
                </a:solidFill>
                <a:effectLst/>
                <a:latin typeface="ui-sans-serif"/>
              </a:rPr>
              <a:t>AEROO Space AI Competition</a:t>
            </a:r>
            <a:endParaRPr lang="ru-RU" b="0" i="0" u="none" strike="noStrike" dirty="0">
              <a:solidFill>
                <a:schemeClr val="bg1">
                  <a:lumMod val="65000"/>
                </a:schemeClr>
              </a:solidFill>
              <a:effectLst/>
              <a:latin typeface="ui-sans-serif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ui-sans-serif"/>
              </a:rPr>
              <a:t>AIx-24</a:t>
            </a:r>
            <a:endParaRPr lang="ru-KZ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853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1799</TotalTime>
  <Words>798</Words>
  <Application>Microsoft Macintosh PowerPoint</Application>
  <PresentationFormat>Широкоэкранный</PresentationFormat>
  <Paragraphs>154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-apple-system</vt:lpstr>
      <vt:lpstr>Aptos</vt:lpstr>
      <vt:lpstr>Arial</vt:lpstr>
      <vt:lpstr>Avenir Next LT Pro</vt:lpstr>
      <vt:lpstr>Posterama</vt:lpstr>
      <vt:lpstr>ui-sans-serif</vt:lpstr>
      <vt:lpstr>SplashVTI</vt:lpstr>
      <vt:lpstr>Ғарыштық миссияны басқарудың өзін-өзі қалпына келтіретін интеллектуалдық жүйесін әзірлеу </vt:lpstr>
      <vt:lpstr>Кіріспе </vt:lpstr>
      <vt:lpstr>Мәселенің өзектілігі </vt:lpstr>
      <vt:lpstr>Неге бұл проблема маңызды? </vt:lpstr>
      <vt:lpstr>Жобаның мақсаты </vt:lpstr>
      <vt:lpstr>Спутник деген не? </vt:lpstr>
      <vt:lpstr>Спутниктер не үшін қолданылады? </vt:lpstr>
      <vt:lpstr>Спутник қалай жұмыс істейді? </vt:lpstr>
      <vt:lpstr>Спутник ғарышқа қалай ұшырылады? </vt:lpstr>
      <vt:lpstr>Ғарыштағы негізгі проблемалар </vt:lpstr>
      <vt:lpstr>Біздің шешімнің негізгі идеясы </vt:lpstr>
      <vt:lpstr>Спутник өз күйін қалай біледі? </vt:lpstr>
      <vt:lpstr>Жасанды интеллект қалай шешім қабылдайды? </vt:lpstr>
      <vt:lpstr>ЖИ нақты қандай әрекеттер жасайды?   </vt:lpstr>
      <vt:lpstr>Апробация және нақты дәлел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Марлен Бейбіт</dc:creator>
  <cp:lastModifiedBy>Марлен Бейбіт</cp:lastModifiedBy>
  <cp:revision>2</cp:revision>
  <dcterms:created xsi:type="dcterms:W3CDTF">2026-01-19T08:54:31Z</dcterms:created>
  <dcterms:modified xsi:type="dcterms:W3CDTF">2026-01-20T14:53:58Z</dcterms:modified>
</cp:coreProperties>
</file>